
<file path=[Content_Types].xml><?xml version="1.0" encoding="utf-8"?>
<Types xmlns="http://schemas.openxmlformats.org/package/2006/content-types">
  <Default Extension="fntdata" ContentType="application/x-fontdata"/>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59" r:id="rId1"/>
  </p:sldMasterIdLst>
  <p:notesMasterIdLst>
    <p:notesMasterId r:id="rId15"/>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Lst>
  <p:sldSz cx="12192000" cy="6858000"/>
  <p:notesSz cx="6858000" cy="9144000"/>
  <p:embeddedFontLst>
    <p:embeddedFont>
      <p:font typeface="DM Sans" pitchFamily="2" charset="0"/>
      <p:regular r:id="rId16"/>
      <p:bold r:id="rId17"/>
      <p:italic r:id="rId18"/>
      <p:boldItalic r:id="rId19"/>
    </p:embeddedFont>
    <p:embeddedFont>
      <p:font typeface="DM Sans Medium" pitchFamily="2" charset="0"/>
      <p:regular r:id="rId20"/>
      <p:bold r:id="rId21"/>
      <p:italic r:id="rId22"/>
      <p:boldItalic r:id="rId23"/>
    </p:embeddedFont>
    <p:embeddedFont>
      <p:font typeface="Merriweather" panose="00000500000000000000" pitchFamily="2" charset="0"/>
      <p:regular r:id="rId24"/>
      <p:bold r:id="rId25"/>
      <p:italic r:id="rId26"/>
      <p:boldItalic r:id="rId27"/>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2160">
          <p15:clr>
            <a:srgbClr val="000000"/>
          </p15:clr>
        </p15:guide>
        <p15:guide id="2" pos="2880">
          <p15:clr>
            <a:srgbClr val="000000"/>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A09EDF46-306E-4F72-838C-19D5F14D5AA4}">
  <a:tblStyle styleId="{A09EDF46-306E-4F72-838C-19D5F14D5AA4}" styleName="Table_0">
    <a:wholeTbl>
      <a:tcTxStyle b="off" i="off">
        <a:font>
          <a:latin typeface="Calibri"/>
          <a:ea typeface="Calibri"/>
          <a:cs typeface="Calibri"/>
        </a:font>
        <a:schemeClr val="dk1"/>
      </a:tcTxStyle>
      <a:tcStyle>
        <a:tcBdr>
          <a:left>
            <a:ln w="12700" cap="flat" cmpd="sng">
              <a:solidFill>
                <a:schemeClr val="lt1"/>
              </a:solidFill>
              <a:prstDash val="solid"/>
              <a:round/>
              <a:headEnd type="none" w="sm" len="sm"/>
              <a:tailEnd type="none" w="sm" len="sm"/>
            </a:ln>
          </a:left>
          <a:right>
            <a:ln w="12700" cap="flat" cmpd="sng">
              <a:solidFill>
                <a:schemeClr val="lt1"/>
              </a:solidFill>
              <a:prstDash val="solid"/>
              <a:round/>
              <a:headEnd type="none" w="sm" len="sm"/>
              <a:tailEnd type="none" w="sm" len="sm"/>
            </a:ln>
          </a:right>
          <a:top>
            <a:ln w="12700" cap="flat" cmpd="sng">
              <a:solidFill>
                <a:schemeClr val="lt1"/>
              </a:solidFill>
              <a:prstDash val="solid"/>
              <a:round/>
              <a:headEnd type="none" w="sm" len="sm"/>
              <a:tailEnd type="none" w="sm" len="sm"/>
            </a:ln>
          </a:top>
          <a:bottom>
            <a:ln w="12700" cap="flat" cmpd="sng">
              <a:solidFill>
                <a:schemeClr val="lt1"/>
              </a:solidFill>
              <a:prstDash val="solid"/>
              <a:round/>
              <a:headEnd type="none" w="sm" len="sm"/>
              <a:tailEnd type="none" w="sm" len="sm"/>
            </a:ln>
          </a:bottom>
          <a:insideH>
            <a:ln w="12700" cap="flat" cmpd="sng">
              <a:solidFill>
                <a:schemeClr val="lt1"/>
              </a:solidFill>
              <a:prstDash val="solid"/>
              <a:round/>
              <a:headEnd type="none" w="sm" len="sm"/>
              <a:tailEnd type="none" w="sm" len="sm"/>
            </a:ln>
          </a:insideH>
          <a:insideV>
            <a:ln w="12700" cap="flat" cmpd="sng">
              <a:solidFill>
                <a:schemeClr val="lt1"/>
              </a:solidFill>
              <a:prstDash val="solid"/>
              <a:round/>
              <a:headEnd type="none" w="sm" len="sm"/>
              <a:tailEnd type="none" w="sm" len="sm"/>
            </a:ln>
          </a:insideV>
        </a:tcBdr>
        <a:fill>
          <a:solidFill>
            <a:srgbClr val="E8ECF4"/>
          </a:solidFill>
        </a:fill>
      </a:tcStyle>
    </a:wholeTbl>
    <a:band1H>
      <a:tcTxStyle/>
      <a:tcStyle>
        <a:tcBdr/>
        <a:fill>
          <a:solidFill>
            <a:srgbClr val="CFD7E7"/>
          </a:solidFill>
        </a:fill>
      </a:tcStyle>
    </a:band1H>
    <a:band2H>
      <a:tcTxStyle/>
      <a:tcStyle>
        <a:tcBdr/>
      </a:tcStyle>
    </a:band2H>
    <a:band1V>
      <a:tcTxStyle/>
      <a:tcStyle>
        <a:tcBdr/>
        <a:fill>
          <a:solidFill>
            <a:srgbClr val="CFD7E7"/>
          </a:solidFill>
        </a:fill>
      </a:tcStyle>
    </a:band1V>
    <a:band2V>
      <a:tcTxStyle/>
      <a:tcStyle>
        <a:tcBdr/>
      </a:tcStyle>
    </a:band2V>
    <a:lastCol>
      <a:tcTxStyle b="on" i="off">
        <a:font>
          <a:latin typeface="Calibri"/>
          <a:ea typeface="Calibri"/>
          <a:cs typeface="Calibri"/>
        </a:font>
        <a:schemeClr val="lt1"/>
      </a:tcTxStyle>
      <a:tcStyle>
        <a:tcBdr/>
        <a:fill>
          <a:solidFill>
            <a:schemeClr val="accent1"/>
          </a:solidFill>
        </a:fill>
      </a:tcStyle>
    </a:lastCol>
    <a:firstCol>
      <a:tcTxStyle b="on" i="off">
        <a:font>
          <a:latin typeface="Calibri"/>
          <a:ea typeface="Calibri"/>
          <a:cs typeface="Calibri"/>
        </a:font>
        <a:schemeClr val="lt1"/>
      </a:tcTxStyle>
      <a:tcStyle>
        <a:tcBdr/>
        <a:fill>
          <a:solidFill>
            <a:schemeClr val="accent1"/>
          </a:solidFill>
        </a:fill>
      </a:tcStyle>
    </a:firstCol>
    <a:lastRow>
      <a:tcTxStyle b="on" i="off">
        <a:font>
          <a:latin typeface="Calibri"/>
          <a:ea typeface="Calibri"/>
          <a:cs typeface="Calibri"/>
        </a:font>
        <a:schemeClr val="lt1"/>
      </a:tcTxStyle>
      <a:tcStyle>
        <a:tcBdr>
          <a:top>
            <a:ln w="38100" cap="flat" cmpd="sng">
              <a:solidFill>
                <a:schemeClr val="lt1"/>
              </a:solidFill>
              <a:prstDash val="solid"/>
              <a:round/>
              <a:headEnd type="none" w="sm" len="sm"/>
              <a:tailEnd type="none" w="sm" len="sm"/>
            </a:ln>
          </a:top>
        </a:tcBdr>
        <a:fill>
          <a:solidFill>
            <a:schemeClr val="accent1"/>
          </a:solidFill>
        </a:fill>
      </a:tcStyle>
    </a:lastRow>
    <a:seCell>
      <a:tcTxStyle/>
      <a:tcStyle>
        <a:tcBdr/>
      </a:tcStyle>
    </a:seCell>
    <a:swCell>
      <a:tcTxStyle/>
      <a:tcStyle>
        <a:tcBdr/>
      </a:tcStyle>
    </a:swCell>
    <a:firstRow>
      <a:tcTxStyle b="on" i="off">
        <a:font>
          <a:latin typeface="Calibri"/>
          <a:ea typeface="Calibri"/>
          <a:cs typeface="Calibri"/>
        </a:font>
        <a:schemeClr val="lt1"/>
      </a:tcTxStyle>
      <a:tcStyle>
        <a:tcBdr>
          <a:bottom>
            <a:ln w="38100" cap="flat" cmpd="sng">
              <a:solidFill>
                <a:schemeClr val="lt1"/>
              </a:solidFill>
              <a:prstDash val="solid"/>
              <a:round/>
              <a:headEnd type="none" w="sm" len="sm"/>
              <a:tailEnd type="none" w="sm" len="sm"/>
            </a:ln>
          </a:bottom>
        </a:tcBdr>
        <a:fill>
          <a:solidFill>
            <a:schemeClr val="accent1"/>
          </a:solidFill>
        </a:fill>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92" d="100"/>
          <a:sy n="92" d="100"/>
        </p:scale>
        <p:origin x="312" y="36"/>
      </p:cViewPr>
      <p:guideLst>
        <p:guide orient="horz" pos="2160"/>
        <p:guide pos="28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font" Target="fonts/font3.fntdata"/><Relationship Id="rId26" Type="http://schemas.openxmlformats.org/officeDocument/2006/relationships/font" Target="fonts/font11.fntdata"/><Relationship Id="rId3" Type="http://schemas.openxmlformats.org/officeDocument/2006/relationships/slide" Target="slides/slide2.xml"/><Relationship Id="rId21" Type="http://schemas.openxmlformats.org/officeDocument/2006/relationships/font" Target="fonts/font6.fntdata"/><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font" Target="fonts/font2.fntdata"/><Relationship Id="rId25" Type="http://schemas.openxmlformats.org/officeDocument/2006/relationships/font" Target="fonts/font10.fntdata"/><Relationship Id="rId2" Type="http://schemas.openxmlformats.org/officeDocument/2006/relationships/slide" Target="slides/slide1.xml"/><Relationship Id="rId16" Type="http://schemas.openxmlformats.org/officeDocument/2006/relationships/font" Target="fonts/font1.fntdata"/><Relationship Id="rId20" Type="http://schemas.openxmlformats.org/officeDocument/2006/relationships/font" Target="fonts/font5.fntdata"/><Relationship Id="rId29"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font" Target="fonts/font9.fntdata"/><Relationship Id="rId5" Type="http://schemas.openxmlformats.org/officeDocument/2006/relationships/slide" Target="slides/slide4.xml"/><Relationship Id="rId15" Type="http://schemas.openxmlformats.org/officeDocument/2006/relationships/notesMaster" Target="notesMasters/notesMaster1.xml"/><Relationship Id="rId23" Type="http://schemas.openxmlformats.org/officeDocument/2006/relationships/font" Target="fonts/font8.fntdata"/><Relationship Id="rId28"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font" Target="fonts/font4.fntdata"/><Relationship Id="rId31"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font" Target="fonts/font7.fntdata"/><Relationship Id="rId27" Type="http://schemas.openxmlformats.org/officeDocument/2006/relationships/font" Target="fonts/font12.fntdata"/><Relationship Id="rId30"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0"/>
        <p:cNvGrpSpPr/>
        <p:nvPr/>
      </p:nvGrpSpPr>
      <p:grpSpPr>
        <a:xfrm>
          <a:off x="0" y="0"/>
          <a:ext cx="0" cy="0"/>
          <a:chOff x="0" y="0"/>
          <a:chExt cx="0" cy="0"/>
        </a:xfrm>
      </p:grpSpPr>
      <p:sp>
        <p:nvSpPr>
          <p:cNvPr id="81" name="Google Shape;81;p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de-DE" dirty="0"/>
              <a:t>Guten Tag zusammen. Wir haben uns in den letzten Einheiten intensiv mit Linux-Systemen, Shells und der Automatisierung beschäftigt. Heute setzen wir dem Ganzen die Krone auf. Wir besprechen ein Werkzeug, das auf den ersten Blick kryptisch wirkt, aber im Alltag eines DevOps-Engineers oder Systemadministrators unbezahlbar ist: AWK. Wenn Sie jemals vor der Aufgabe stehen, riesige Logfiles zu analysieren, Berichte zu schreiben oder Daten ohne Excel zu sieben – dann ist AWK Ihre Sprache. Lassen Sie uns ansehen, warum dieses Tool seit Jahrzehnten ein absoluter Industriestandard ist.</a:t>
            </a:r>
            <a:endParaRPr dirty="0"/>
          </a:p>
        </p:txBody>
      </p:sp>
      <p:sp>
        <p:nvSpPr>
          <p:cNvPr id="82" name="Google Shape;82;p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8"/>
        <p:cNvGrpSpPr/>
        <p:nvPr/>
      </p:nvGrpSpPr>
      <p:grpSpPr>
        <a:xfrm>
          <a:off x="0" y="0"/>
          <a:ext cx="0" cy="0"/>
          <a:chOff x="0" y="0"/>
          <a:chExt cx="0" cy="0"/>
        </a:xfrm>
      </p:grpSpPr>
      <p:sp>
        <p:nvSpPr>
          <p:cNvPr id="89" name="Google Shape;89;p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de-DE" dirty="0"/>
              <a:t>„Fangen wir ganz vorne an: Was bedeutet überhaupt AWK? Es ist kein englisches Wort, sondern schlicht das Akronym seiner Erfinder: Alfred Aho, Peter Weinberger und Brian Kernighan – genau, der Kernighan, der auch an der Entwicklung der Sprache C beteiligt war. Das Tool ist von 1977, aber lassen Sie sich vom Alter nicht täuschen. AWK wurde für ein ganz bestimmtes Problem entwickelt: Die zeilenorientierte Verarbeitung von Texten. Das Besondere ist: AWK liest eine Datei ein und zerlegt jede einzelne Zeile vollautomatisch in Spalten. Sie müssen sich also nicht wie in anderen Sprachen mühsam mit String-Splits herumschlagen. AWK macht das einfach im Hintergrund für Sie.“</a:t>
            </a:r>
            <a:endParaRPr dirty="0"/>
          </a:p>
        </p:txBody>
      </p:sp>
      <p:sp>
        <p:nvSpPr>
          <p:cNvPr id="90" name="Google Shape;90;p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5"/>
        <p:cNvGrpSpPr/>
        <p:nvPr/>
      </p:nvGrpSpPr>
      <p:grpSpPr>
        <a:xfrm>
          <a:off x="0" y="0"/>
          <a:ext cx="0" cy="0"/>
          <a:chOff x="0" y="0"/>
          <a:chExt cx="0" cy="0"/>
        </a:xfrm>
      </p:grpSpPr>
      <p:sp>
        <p:nvSpPr>
          <p:cNvPr id="106" name="Google Shape;106;p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de-DE" dirty="0"/>
              <a:t>Die Syntax von AWK folgt einem eisernen Grundprinzip, das Sie einmal verinnerlichen müssen. Schauen Sie sich die Box an: </a:t>
            </a:r>
            <a:r>
              <a:rPr lang="de-DE" dirty="0" err="1"/>
              <a:t>awk</a:t>
            </a:r>
            <a:r>
              <a:rPr lang="de-DE" dirty="0"/>
              <a:t> '</a:t>
            </a:r>
            <a:r>
              <a:rPr lang="de-DE" dirty="0" err="1"/>
              <a:t>pattern</a:t>
            </a:r>
            <a:r>
              <a:rPr lang="de-DE" dirty="0"/>
              <a:t> { </a:t>
            </a:r>
            <a:r>
              <a:rPr lang="de-DE" dirty="0" err="1"/>
              <a:t>action</a:t>
            </a:r>
            <a:r>
              <a:rPr lang="de-DE" dirty="0"/>
              <a:t> }' </a:t>
            </a:r>
            <a:r>
              <a:rPr lang="de-DE" dirty="0" err="1"/>
              <a:t>datei</a:t>
            </a:r>
            <a:r>
              <a:rPr lang="de-DE" dirty="0"/>
              <a:t>.</a:t>
            </a:r>
          </a:p>
          <a:p>
            <a:pPr marL="0" lvl="0" indent="0" algn="l" rtl="0">
              <a:spcBef>
                <a:spcPts val="0"/>
              </a:spcBef>
              <a:spcAft>
                <a:spcPts val="0"/>
              </a:spcAft>
              <a:buNone/>
            </a:pPr>
            <a:endParaRPr lang="de-DE" dirty="0"/>
          </a:p>
          <a:p>
            <a:pPr marL="0" lvl="0" indent="0" algn="l" rtl="0">
              <a:spcBef>
                <a:spcPts val="0"/>
              </a:spcBef>
              <a:spcAft>
                <a:spcPts val="0"/>
              </a:spcAft>
              <a:buNone/>
            </a:pPr>
            <a:r>
              <a:rPr lang="de-DE" dirty="0"/>
              <a:t>Das bedeutet übersetzt: Wir geben AWK ein Suchmuster – das ist das Pattern – und sagen ihm in den geschweiften Klammern, was es tun soll – die Action. Ein riesiger Vorteil für uns im Skript-Alltag: AWK bringt einen impliziten Loop mit. Sie müssen keine </a:t>
            </a:r>
            <a:r>
              <a:rPr lang="de-DE" dirty="0" err="1"/>
              <a:t>while</a:t>
            </a:r>
            <a:r>
              <a:rPr lang="de-DE" dirty="0"/>
              <a:t>-Schleife schreiben, die die Datei Zeile für Zeile einliest. AWK schnappt sich die Datei und wandert ganz von alleine von oben nach unten durch. Genau das macht es zu einem mächtigen Werkzeug für extrem kurze, sogenannte Einzeiler im Terminal</a:t>
            </a:r>
            <a:endParaRPr dirty="0"/>
          </a:p>
        </p:txBody>
      </p:sp>
      <p:sp>
        <p:nvSpPr>
          <p:cNvPr id="107" name="Google Shape;107;p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4"/>
        <p:cNvGrpSpPr/>
        <p:nvPr/>
      </p:nvGrpSpPr>
      <p:grpSpPr>
        <a:xfrm>
          <a:off x="0" y="0"/>
          <a:ext cx="0" cy="0"/>
          <a:chOff x="0" y="0"/>
          <a:chExt cx="0" cy="0"/>
        </a:xfrm>
      </p:grpSpPr>
      <p:sp>
        <p:nvSpPr>
          <p:cNvPr id="125" name="Google Shape;125;p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de-DE" dirty="0"/>
              <a:t>Wie greifen wir jetzt konkret auf die Daten zu? AWK nutzt dafür sogenannte Feld-Identifikatoren, die mit einem Dollarzeichen beginnen. Achtung, das ist eine kleine Stolperfalle für Bash-Programmierer: Das hat hier nichts mit normalen Bash-Variablen zu tun!</a:t>
            </a:r>
          </a:p>
          <a:p>
            <a:pPr marL="0" lvl="0" indent="0" algn="l" rtl="0">
              <a:spcBef>
                <a:spcPts val="0"/>
              </a:spcBef>
              <a:spcAft>
                <a:spcPts val="0"/>
              </a:spcAft>
              <a:buNone/>
            </a:pPr>
            <a:endParaRPr lang="de-DE" dirty="0"/>
          </a:p>
          <a:p>
            <a:pPr marL="0" lvl="0" indent="0" algn="l" rtl="0">
              <a:spcBef>
                <a:spcPts val="0"/>
              </a:spcBef>
              <a:spcAft>
                <a:spcPts val="0"/>
              </a:spcAft>
              <a:buNone/>
            </a:pPr>
            <a:r>
              <a:rPr lang="de-DE" dirty="0"/>
              <a:t>Wenn AWK eine Zeile einliest, steht $0 für die gesamte, ungeteilte Zeile. Mit $1 greifen wir auf die erste Spalte zu, mit $2 auf die zweite, und so weiter. Und jetzt ein genialer Trick für die Praxis: Was machen wir, wenn eine Logdatei mal fünf und mal acht Spalten hat, wir aber immer die letzte Spalte brauchen? Dafür gibt es $NF. NF steht für Number </a:t>
            </a:r>
            <a:r>
              <a:rPr lang="de-DE" dirty="0" err="1"/>
              <a:t>of</a:t>
            </a:r>
            <a:r>
              <a:rPr lang="de-DE" dirty="0"/>
              <a:t> Fields. Wenn wir ein Dollarzeichen davor setzen, springt AWK dynamisch an das absolute Ende der Zeile. Im Beispiel unten sehen Sie: Ein kurzer Aufruf, und wir isolieren sofort die erste und die letzte Spalte einer Date</a:t>
            </a:r>
            <a:endParaRPr dirty="0"/>
          </a:p>
        </p:txBody>
      </p:sp>
      <p:sp>
        <p:nvSpPr>
          <p:cNvPr id="126" name="Google Shape;126;p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4"/>
        <p:cNvGrpSpPr/>
        <p:nvPr/>
      </p:nvGrpSpPr>
      <p:grpSpPr>
        <a:xfrm>
          <a:off x="0" y="0"/>
          <a:ext cx="0" cy="0"/>
          <a:chOff x="0" y="0"/>
          <a:chExt cx="0" cy="0"/>
        </a:xfrm>
      </p:grpSpPr>
      <p:sp>
        <p:nvSpPr>
          <p:cNvPr id="145" name="Google Shape;145;p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de-DE" dirty="0"/>
              <a:t>Neben dem Zugriff auf die Spalten bringt AWK ein ganzes Arsenal an eingebauten Systemvariablen mit, die uns die Arbeit erleichtern. Die wichtigsten habe ich Ihnen hier auf der Tabelle zusammengefasst.</a:t>
            </a:r>
          </a:p>
          <a:p>
            <a:pPr marL="0" lvl="0" indent="0" algn="l" rtl="0">
              <a:spcBef>
                <a:spcPts val="0"/>
              </a:spcBef>
              <a:spcAft>
                <a:spcPts val="0"/>
              </a:spcAft>
              <a:buNone/>
            </a:pPr>
            <a:endParaRPr lang="de-DE" dirty="0"/>
          </a:p>
          <a:p>
            <a:pPr marL="0" lvl="0" indent="0" algn="l" rtl="0">
              <a:spcBef>
                <a:spcPts val="0"/>
              </a:spcBef>
              <a:spcAft>
                <a:spcPts val="0"/>
              </a:spcAft>
              <a:buNone/>
            </a:pPr>
            <a:r>
              <a:rPr lang="de-DE" dirty="0"/>
              <a:t>FS ist der Field Separator. Standardmäßig trennt AWK Spalten per Leerzeichen oder Tabulator. Wenn Sie aber eine CSV-Datei vor sich haben, ändern Sie FS einfach auf ein Semikolon um. OFS bestimmt, wie die Daten bei der Ausgabe getrennt werden. Und extrem wichtig für Fehleranalysen: NR – die Number </a:t>
            </a:r>
            <a:r>
              <a:rPr lang="de-DE" dirty="0" err="1"/>
              <a:t>of</a:t>
            </a:r>
            <a:r>
              <a:rPr lang="de-DE" dirty="0"/>
              <a:t> Records. Das ist nichts anderes als die aktuelle Zeilennummer. Wenn Sie also wissen wollen, in welcher Zeile ein Fehler auftritt, liefert NR Ihnen sofort die Antwort.</a:t>
            </a:r>
            <a:endParaRPr dirty="0"/>
          </a:p>
        </p:txBody>
      </p:sp>
      <p:sp>
        <p:nvSpPr>
          <p:cNvPr id="146" name="Google Shape;146;p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2"/>
        <p:cNvGrpSpPr/>
        <p:nvPr/>
      </p:nvGrpSpPr>
      <p:grpSpPr>
        <a:xfrm>
          <a:off x="0" y="0"/>
          <a:ext cx="0" cy="0"/>
          <a:chOff x="0" y="0"/>
          <a:chExt cx="0" cy="0"/>
        </a:xfrm>
      </p:grpSpPr>
      <p:sp>
        <p:nvSpPr>
          <p:cNvPr id="163" name="Google Shape;163;p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de-DE" dirty="0"/>
              <a:t>Nachdem wir nun die Grammatik und die Variablen von AWK kennen, wechseln wir die Perspektive. Schauen wir uns an, wie die innere Logik und der exakte Workflow aussehen, wenn AWK ein Skript abarbeitet</a:t>
            </a:r>
            <a:endParaRPr dirty="0"/>
          </a:p>
        </p:txBody>
      </p:sp>
      <p:sp>
        <p:nvSpPr>
          <p:cNvPr id="164" name="Google Shape;164;p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0"/>
        <p:cNvGrpSpPr/>
        <p:nvPr/>
      </p:nvGrpSpPr>
      <p:grpSpPr>
        <a:xfrm>
          <a:off x="0" y="0"/>
          <a:ext cx="0" cy="0"/>
          <a:chOff x="0" y="0"/>
          <a:chExt cx="0" cy="0"/>
        </a:xfrm>
      </p:grpSpPr>
      <p:sp>
        <p:nvSpPr>
          <p:cNvPr id="171" name="Google Shape;171;p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de-DE" dirty="0"/>
              <a:t>Ein AWK-Befehl ist wie ein Theaterstück in drei Akten aufgebaut. Schauen wir uns diesen Zeitstrahl an:</a:t>
            </a:r>
          </a:p>
          <a:p>
            <a:pPr marL="0" lvl="0" indent="0" algn="l" rtl="0">
              <a:spcBef>
                <a:spcPts val="0"/>
              </a:spcBef>
              <a:spcAft>
                <a:spcPts val="0"/>
              </a:spcAft>
              <a:buNone/>
            </a:pPr>
            <a:endParaRPr lang="de-DE" dirty="0"/>
          </a:p>
          <a:p>
            <a:pPr marL="0" lvl="0" indent="0" algn="l" rtl="0">
              <a:spcBef>
                <a:spcPts val="0"/>
              </a:spcBef>
              <a:spcAft>
                <a:spcPts val="0"/>
              </a:spcAft>
              <a:buNone/>
            </a:pPr>
            <a:r>
              <a:rPr lang="de-DE" dirty="0"/>
              <a:t>Es beginnt mit dem BEGIN-Block. Alles, was Sie hier hineinschreiben, wird exakt einmal ausgeführt, bevor überhaupt die erste Zeile der Datei gelesen wird. Perfekt, um Überschriften zu drucken oder Variablen auf Null zu setzen. Danach folgt der Body-Block. Das ist das Herzstück, das sich für jede einzelne Zeile der Datei wiederholt. Und wenn die Datei eine Million Zeilen hat, läuft dieser Block eine Million Mal. Wenn AWK schließlich am Ende der Datei ankommt, schlägt die Stunde des END-Blocks. Auch dieser läuft exakt einmal ganz am Schluss – ideal, um beispielsweise Gesamtsummen oder Mittelwerte auszugeben, wie Sie es im Code-Beispiel unten sehen.</a:t>
            </a:r>
            <a:endParaRPr dirty="0"/>
          </a:p>
        </p:txBody>
      </p:sp>
      <p:sp>
        <p:nvSpPr>
          <p:cNvPr id="172" name="Google Shape;172;p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8"/>
        <p:cNvGrpSpPr/>
        <p:nvPr/>
      </p:nvGrpSpPr>
      <p:grpSpPr>
        <a:xfrm>
          <a:off x="0" y="0"/>
          <a:ext cx="0" cy="0"/>
          <a:chOff x="0" y="0"/>
          <a:chExt cx="0" cy="0"/>
        </a:xfrm>
      </p:grpSpPr>
      <p:sp>
        <p:nvSpPr>
          <p:cNvPr id="189" name="Google Shape;189;p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de-DE" dirty="0"/>
              <a:t>Bisher haben wir immer alle Zeilen verarbeitet. Die echte Magie von AWK entsteht aber, wenn wir Filter einbauen. Wir können Zeilen entweder über reguläre Ausdrücke filtern – im linken Beispiel triggern wir die Aktion nur, wenn das Wort '</a:t>
            </a:r>
            <a:r>
              <a:rPr lang="de-DE" dirty="0" err="1"/>
              <a:t>manager</a:t>
            </a:r>
            <a:r>
              <a:rPr lang="de-DE" dirty="0"/>
              <a:t>' in der Zeile vorkommt. Oder wir filtern mathematisch: Zum Beispiel, wenn in Spalte 3 ein Wert steht, der größer als 50.000 ist.</a:t>
            </a:r>
          </a:p>
          <a:p>
            <a:pPr marL="0" lvl="0" indent="0" algn="l" rtl="0">
              <a:spcBef>
                <a:spcPts val="0"/>
              </a:spcBef>
              <a:spcAft>
                <a:spcPts val="0"/>
              </a:spcAft>
              <a:buNone/>
            </a:pPr>
            <a:endParaRPr lang="de-DE" dirty="0"/>
          </a:p>
          <a:p>
            <a:pPr marL="0" lvl="0" indent="0" algn="l" rtl="0">
              <a:spcBef>
                <a:spcPts val="0"/>
              </a:spcBef>
              <a:spcAft>
                <a:spcPts val="0"/>
              </a:spcAft>
              <a:buNone/>
            </a:pPr>
            <a:r>
              <a:rPr lang="de-DE" dirty="0"/>
              <a:t>Rechts sehen Sie die klassischen Operatoren. Besonders hervorheben möchte ich die Tilde ~. Damit können Sie prüfen, ob eine ganz bestimmte Spalte auf eine </a:t>
            </a:r>
            <a:r>
              <a:rPr lang="de-DE" dirty="0" err="1"/>
              <a:t>Regex</a:t>
            </a:r>
            <a:r>
              <a:rPr lang="de-DE" dirty="0"/>
              <a:t> matcht. Sie können also sagen: Wenn in Spalte 2 das Wort 'Error' steht, dann schlage Alarm</a:t>
            </a:r>
            <a:endParaRPr dirty="0"/>
          </a:p>
        </p:txBody>
      </p:sp>
      <p:sp>
        <p:nvSpPr>
          <p:cNvPr id="190" name="Google Shape;190;p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7"/>
        <p:cNvGrpSpPr/>
        <p:nvPr/>
      </p:nvGrpSpPr>
      <p:grpSpPr>
        <a:xfrm>
          <a:off x="0" y="0"/>
          <a:ext cx="0" cy="0"/>
          <a:chOff x="0" y="0"/>
          <a:chExt cx="0" cy="0"/>
        </a:xfrm>
      </p:grpSpPr>
      <p:sp>
        <p:nvSpPr>
          <p:cNvPr id="208" name="Google Shape;208;p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de-DE" dirty="0"/>
              <a:t>Bringen wir das Ganze in den Administrator-Alltag. Wo glänzt AWK so richtig? Genau, in Kombination mit anderen Befehlen über die Linux-Pipe!</a:t>
            </a:r>
          </a:p>
          <a:p>
            <a:pPr marL="0" lvl="0" indent="0" algn="l" rtl="0">
              <a:spcBef>
                <a:spcPts val="0"/>
              </a:spcBef>
              <a:spcAft>
                <a:spcPts val="0"/>
              </a:spcAft>
              <a:buNone/>
            </a:pPr>
            <a:endParaRPr lang="de-DE" dirty="0"/>
          </a:p>
          <a:p>
            <a:pPr marL="0" lvl="0" indent="0" algn="l" rtl="0">
              <a:spcBef>
                <a:spcPts val="0"/>
              </a:spcBef>
              <a:spcAft>
                <a:spcPts val="0"/>
              </a:spcAft>
              <a:buNone/>
            </a:pPr>
            <a:r>
              <a:rPr lang="de-DE" dirty="0"/>
              <a:t>Stellen Sie sich vor, Ihr Server läuft voll. Sie tippen </a:t>
            </a:r>
            <a:r>
              <a:rPr lang="de-DE" dirty="0" err="1"/>
              <a:t>df</a:t>
            </a:r>
            <a:r>
              <a:rPr lang="de-DE" dirty="0"/>
              <a:t> -h ein, um den Speicherplatz zu prüfen. Sie bekommen eine riesige Tabelle. Wenn Sie das automatisieren wollen, </a:t>
            </a:r>
            <a:r>
              <a:rPr lang="de-DE" dirty="0" err="1"/>
              <a:t>pipen</a:t>
            </a:r>
            <a:r>
              <a:rPr lang="de-DE" dirty="0"/>
              <a:t> Sie das Ergebnis einfach in AWK. Schauen Sie sich den Einzeiler an: Wir prüfen, ob Spalte 5 – dort steht die prozentuale Auslastung – größer als 80 % ist. Wenn ja, wirft uns das System eine maßgeschneiderte Warnung aus. Ohne eine einzige Zeile Python oder komplizierte Shell-Schleifen.</a:t>
            </a:r>
            <a:endParaRPr dirty="0"/>
          </a:p>
        </p:txBody>
      </p:sp>
      <p:sp>
        <p:nvSpPr>
          <p:cNvPr id="209" name="Google Shape;209;p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8"/>
        <p:cNvGrpSpPr/>
        <p:nvPr/>
      </p:nvGrpSpPr>
      <p:grpSpPr>
        <a:xfrm>
          <a:off x="0" y="0"/>
          <a:ext cx="0" cy="0"/>
          <a:chOff x="0" y="0"/>
          <a:chExt cx="0" cy="0"/>
        </a:xfrm>
      </p:grpSpPr>
      <p:sp>
        <p:nvSpPr>
          <p:cNvPr id="219" name="Google Shape;219;p1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de-DE" dirty="0"/>
              <a:t>Immer wieder </a:t>
            </a:r>
            <a:r>
              <a:rPr lang="de-DE"/>
              <a:t>werde ich </a:t>
            </a:r>
            <a:r>
              <a:rPr lang="de-DE" dirty="0"/>
              <a:t>gefragt: Warum brauche ich AWK, wenn ich doch schon </a:t>
            </a:r>
            <a:r>
              <a:rPr lang="de-DE" dirty="0" err="1"/>
              <a:t>grep</a:t>
            </a:r>
            <a:r>
              <a:rPr lang="de-DE" dirty="0"/>
              <a:t> und sed habe? Merken Sie sich diese Faustregel:</a:t>
            </a:r>
          </a:p>
          <a:p>
            <a:pPr marL="0" lvl="0" indent="0" algn="l" rtl="0">
              <a:spcBef>
                <a:spcPts val="0"/>
              </a:spcBef>
              <a:spcAft>
                <a:spcPts val="0"/>
              </a:spcAft>
              <a:buNone/>
            </a:pPr>
            <a:endParaRPr lang="de-DE" dirty="0"/>
          </a:p>
          <a:p>
            <a:pPr marL="0" lvl="0" indent="0" algn="l" rtl="0">
              <a:spcBef>
                <a:spcPts val="0"/>
              </a:spcBef>
              <a:spcAft>
                <a:spcPts val="0"/>
              </a:spcAft>
              <a:buNone/>
            </a:pPr>
            <a:r>
              <a:rPr lang="de-DE" dirty="0" err="1"/>
              <a:t>grep</a:t>
            </a:r>
            <a:r>
              <a:rPr lang="de-DE" dirty="0"/>
              <a:t> ist der unangefochtene Spezialist, wenn Sie eine Nadel im Heuhaufen suchen. Es findet Text. sed ist der Stream-Editor. Er ist perfekt, wenn Sie Text suchen und direkt ersetzen wollen. AWK hingegen ist kein reiner Texteditor, sondern ein Analyse-Werkzeug. Sobald Ihre Daten eine Struktur haben – also in Spalten und Zeilen aufgeteilt sind –, ist AWK den anderen beiden Tools haushoch überlegen</a:t>
            </a:r>
            <a:endParaRPr dirty="0"/>
          </a:p>
        </p:txBody>
      </p:sp>
      <p:sp>
        <p:nvSpPr>
          <p:cNvPr id="220" name="Google Shape;220;p1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7"/>
        <p:cNvGrpSpPr/>
        <p:nvPr/>
      </p:nvGrpSpPr>
      <p:grpSpPr>
        <a:xfrm>
          <a:off x="0" y="0"/>
          <a:ext cx="0" cy="0"/>
          <a:chOff x="0" y="0"/>
          <a:chExt cx="0" cy="0"/>
        </a:xfrm>
      </p:grpSpPr>
      <p:sp>
        <p:nvSpPr>
          <p:cNvPr id="228" name="Google Shape;228;p1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de-DE" dirty="0"/>
              <a:t>Zusammenfassend lässt sich sagen: Die beiden Hauptpfeiler für den Einsatz von AWK in Unternehmen sind die automatisierte Berichterstattung – also das Extrahieren und Formatieren von Geschäftsdaten aus CSV-Exporten – und auf der anderen Seite die IT-Sicherheit und Systemadministration, sprich das Durchforsten von gigantischen Webserver- oder </a:t>
            </a:r>
            <a:r>
              <a:rPr lang="de-DE" dirty="0" err="1"/>
              <a:t>Syslogs</a:t>
            </a:r>
            <a:r>
              <a:rPr lang="de-DE" dirty="0"/>
              <a:t> nach Anomalien und Fehlern</a:t>
            </a:r>
            <a:endParaRPr dirty="0"/>
          </a:p>
        </p:txBody>
      </p:sp>
      <p:sp>
        <p:nvSpPr>
          <p:cNvPr id="229" name="Google Shape;229;p1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44"/>
        <p:cNvGrpSpPr/>
        <p:nvPr/>
      </p:nvGrpSpPr>
      <p:grpSpPr>
        <a:xfrm>
          <a:off x="0" y="0"/>
          <a:ext cx="0" cy="0"/>
          <a:chOff x="0" y="0"/>
          <a:chExt cx="0" cy="0"/>
        </a:xfrm>
      </p:grpSpPr>
      <p:sp>
        <p:nvSpPr>
          <p:cNvPr id="245" name="Google Shape;245;p1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de-DE" dirty="0"/>
              <a:t>Damit sind wir am Ende unseres Überblicks. Sie sehen: AWK nimmt Ihnen die Komplexität ab und verwandelt unübersichtliche Textwüsten in saubere, strukturierte Informationen. Wenn Sie tiefer einsteigen wollen, empfehle ich Ihnen dringend die </a:t>
            </a:r>
            <a:r>
              <a:rPr lang="de-DE" dirty="0" err="1"/>
              <a:t>Manpages</a:t>
            </a:r>
            <a:r>
              <a:rPr lang="de-DE" dirty="0"/>
              <a:t> oder den offiziellen GNU-Leitfaden. Ich bedanke mich für Ihre Aufmerksamkeit – und jetzt bin ich gespannt auf Ihre Fragen!</a:t>
            </a:r>
            <a:endParaRPr dirty="0"/>
          </a:p>
        </p:txBody>
      </p:sp>
      <p:sp>
        <p:nvSpPr>
          <p:cNvPr id="246" name="Google Shape;246;p1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4"/>
        <p:cNvGrpSpPr/>
        <p:nvPr/>
      </p:nvGrpSpPr>
      <p:grpSpPr>
        <a:xfrm>
          <a:off x="0" y="0"/>
          <a:ext cx="0" cy="0"/>
          <a:chOff x="0" y="0"/>
          <a:chExt cx="0" cy="0"/>
        </a:xfrm>
      </p:grpSpPr>
      <p:sp>
        <p:nvSpPr>
          <p:cNvPr id="255" name="Google Shape;255;p1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56" name="Google Shape;256;p13: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11"/>
        <p:cNvGrpSpPr/>
        <p:nvPr/>
      </p:nvGrpSpPr>
      <p:grpSpPr>
        <a:xfrm>
          <a:off x="0" y="0"/>
          <a:ext cx="0" cy="0"/>
          <a:chOff x="0" y="0"/>
          <a:chExt cx="0" cy="0"/>
        </a:xfrm>
      </p:grpSpPr>
      <p:sp>
        <p:nvSpPr>
          <p:cNvPr id="12" name="Google Shape;12;p2"/>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3" name="Google Shape;13;p2"/>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4" name="Google Shape;14;p2"/>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‹Nr.›</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15"/>
        <p:cNvGrpSpPr/>
        <p:nvPr/>
      </p:nvGrpSpPr>
      <p:grpSpPr>
        <a:xfrm>
          <a:off x="0" y="0"/>
          <a:ext cx="0" cy="0"/>
          <a:chOff x="0" y="0"/>
          <a:chExt cx="0" cy="0"/>
        </a:xfrm>
      </p:grpSpPr>
      <p:sp>
        <p:nvSpPr>
          <p:cNvPr id="16" name="Google Shape;16;p3"/>
          <p:cNvSpPr txBox="1">
            <a:spLocks noGrp="1"/>
          </p:cNvSpPr>
          <p:nvPr>
            <p:ph type="ctrTitle"/>
          </p:nvPr>
        </p:nvSpPr>
        <p:spPr>
          <a:xfrm>
            <a:off x="685800" y="2130425"/>
            <a:ext cx="7772400" cy="1470025"/>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7" name="Google Shape;17;p3"/>
          <p:cNvSpPr txBox="1">
            <a:spLocks noGrp="1"/>
          </p:cNvSpPr>
          <p:nvPr>
            <p:ph type="subTitle" idx="1"/>
          </p:nvPr>
        </p:nvSpPr>
        <p:spPr>
          <a:xfrm>
            <a:off x="1371600" y="3886200"/>
            <a:ext cx="6400800" cy="1752600"/>
          </a:xfrm>
          <a:prstGeom prst="rect">
            <a:avLst/>
          </a:prstGeom>
          <a:noFill/>
          <a:ln>
            <a:noFill/>
          </a:ln>
        </p:spPr>
        <p:txBody>
          <a:bodyPr spcFirstLastPara="1" wrap="square" lIns="91425" tIns="45700" rIns="91425" bIns="45700" anchor="t" anchorCtr="0">
            <a:normAutofit/>
          </a:bodyPr>
          <a:lstStyle>
            <a:lvl1pPr lvl="0" algn="ctr">
              <a:spcBef>
                <a:spcPts val="640"/>
              </a:spcBef>
              <a:spcAft>
                <a:spcPts val="0"/>
              </a:spcAft>
              <a:buClr>
                <a:srgbClr val="888888"/>
              </a:buClr>
              <a:buSzPts val="3200"/>
              <a:buNone/>
              <a:defRPr>
                <a:solidFill>
                  <a:srgbClr val="888888"/>
                </a:solidFill>
              </a:defRPr>
            </a:lvl1pPr>
            <a:lvl2pPr lvl="1" algn="ctr">
              <a:spcBef>
                <a:spcPts val="560"/>
              </a:spcBef>
              <a:spcAft>
                <a:spcPts val="0"/>
              </a:spcAft>
              <a:buClr>
                <a:srgbClr val="888888"/>
              </a:buClr>
              <a:buSzPts val="2800"/>
              <a:buNone/>
              <a:defRPr>
                <a:solidFill>
                  <a:srgbClr val="888888"/>
                </a:solidFill>
              </a:defRPr>
            </a:lvl2pPr>
            <a:lvl3pPr lvl="2" algn="ctr">
              <a:spcBef>
                <a:spcPts val="480"/>
              </a:spcBef>
              <a:spcAft>
                <a:spcPts val="0"/>
              </a:spcAft>
              <a:buClr>
                <a:srgbClr val="888888"/>
              </a:buClr>
              <a:buSzPts val="2400"/>
              <a:buNone/>
              <a:defRPr>
                <a:solidFill>
                  <a:srgbClr val="888888"/>
                </a:solidFill>
              </a:defRPr>
            </a:lvl3pPr>
            <a:lvl4pPr lvl="3" algn="ctr">
              <a:spcBef>
                <a:spcPts val="400"/>
              </a:spcBef>
              <a:spcAft>
                <a:spcPts val="0"/>
              </a:spcAft>
              <a:buClr>
                <a:srgbClr val="888888"/>
              </a:buClr>
              <a:buSzPts val="2000"/>
              <a:buNone/>
              <a:defRPr>
                <a:solidFill>
                  <a:srgbClr val="888888"/>
                </a:solidFill>
              </a:defRPr>
            </a:lvl4pPr>
            <a:lvl5pPr lvl="4" algn="ctr">
              <a:spcBef>
                <a:spcPts val="400"/>
              </a:spcBef>
              <a:spcAft>
                <a:spcPts val="0"/>
              </a:spcAft>
              <a:buClr>
                <a:srgbClr val="888888"/>
              </a:buClr>
              <a:buSzPts val="2000"/>
              <a:buNone/>
              <a:defRPr>
                <a:solidFill>
                  <a:srgbClr val="888888"/>
                </a:solidFill>
              </a:defRPr>
            </a:lvl5pPr>
            <a:lvl6pPr lvl="5" algn="ctr">
              <a:spcBef>
                <a:spcPts val="400"/>
              </a:spcBef>
              <a:spcAft>
                <a:spcPts val="0"/>
              </a:spcAft>
              <a:buClr>
                <a:srgbClr val="888888"/>
              </a:buClr>
              <a:buSzPts val="2000"/>
              <a:buNone/>
              <a:defRPr>
                <a:solidFill>
                  <a:srgbClr val="888888"/>
                </a:solidFill>
              </a:defRPr>
            </a:lvl6pPr>
            <a:lvl7pPr lvl="6" algn="ctr">
              <a:spcBef>
                <a:spcPts val="400"/>
              </a:spcBef>
              <a:spcAft>
                <a:spcPts val="0"/>
              </a:spcAft>
              <a:buClr>
                <a:srgbClr val="888888"/>
              </a:buClr>
              <a:buSzPts val="2000"/>
              <a:buNone/>
              <a:defRPr>
                <a:solidFill>
                  <a:srgbClr val="888888"/>
                </a:solidFill>
              </a:defRPr>
            </a:lvl7pPr>
            <a:lvl8pPr lvl="7" algn="ctr">
              <a:spcBef>
                <a:spcPts val="400"/>
              </a:spcBef>
              <a:spcAft>
                <a:spcPts val="0"/>
              </a:spcAft>
              <a:buClr>
                <a:srgbClr val="888888"/>
              </a:buClr>
              <a:buSzPts val="2000"/>
              <a:buNone/>
              <a:defRPr>
                <a:solidFill>
                  <a:srgbClr val="888888"/>
                </a:solidFill>
              </a:defRPr>
            </a:lvl8pPr>
            <a:lvl9pPr lvl="8" algn="ctr">
              <a:spcBef>
                <a:spcPts val="400"/>
              </a:spcBef>
              <a:spcAft>
                <a:spcPts val="0"/>
              </a:spcAft>
              <a:buClr>
                <a:srgbClr val="888888"/>
              </a:buClr>
              <a:buSzPts val="2000"/>
              <a:buNone/>
              <a:defRPr>
                <a:solidFill>
                  <a:srgbClr val="888888"/>
                </a:solidFill>
              </a:defRPr>
            </a:lvl9pPr>
          </a:lstStyle>
          <a:p>
            <a:endParaRPr/>
          </a:p>
        </p:txBody>
      </p:sp>
      <p:sp>
        <p:nvSpPr>
          <p:cNvPr id="18" name="Google Shape;18;p3"/>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9" name="Google Shape;19;p3"/>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0" name="Google Shape;20;p3"/>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‹Nr.›</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21"/>
        <p:cNvGrpSpPr/>
        <p:nvPr/>
      </p:nvGrpSpPr>
      <p:grpSpPr>
        <a:xfrm>
          <a:off x="0" y="0"/>
          <a:ext cx="0" cy="0"/>
          <a:chOff x="0" y="0"/>
          <a:chExt cx="0" cy="0"/>
        </a:xfrm>
      </p:grpSpPr>
      <p:sp>
        <p:nvSpPr>
          <p:cNvPr id="22" name="Google Shape;22;p4"/>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3" name="Google Shape;23;p4"/>
          <p:cNvSpPr txBox="1">
            <a:spLocks noGrp="1"/>
          </p:cNvSpPr>
          <p:nvPr>
            <p:ph type="body" idx="1"/>
          </p:nvPr>
        </p:nvSpPr>
        <p:spPr>
          <a:xfrm>
            <a:off x="457200" y="1600200"/>
            <a:ext cx="8229600" cy="4525963"/>
          </a:xfrm>
          <a:prstGeom prst="rect">
            <a:avLst/>
          </a:prstGeom>
          <a:noFill/>
          <a:ln>
            <a:noFill/>
          </a:ln>
        </p:spPr>
        <p:txBody>
          <a:bodyPr spcFirstLastPara="1" wrap="square" lIns="91425" tIns="45700" rIns="91425" bIns="45700" anchor="t" anchorCtr="0">
            <a:normAutofit/>
          </a:bodyPr>
          <a:lstStyle>
            <a:lvl1pPr marL="457200" lvl="0" indent="-342900" algn="l">
              <a:spcBef>
                <a:spcPts val="360"/>
              </a:spcBef>
              <a:spcAft>
                <a:spcPts val="0"/>
              </a:spcAft>
              <a:buClr>
                <a:schemeClr val="dk1"/>
              </a:buClr>
              <a:buSzPts val="1800"/>
              <a:buChar char="•"/>
              <a:defRPr/>
            </a:lvl1pPr>
            <a:lvl2pPr marL="914400" lvl="1" indent="-342900" algn="l">
              <a:spcBef>
                <a:spcPts val="360"/>
              </a:spcBef>
              <a:spcAft>
                <a:spcPts val="0"/>
              </a:spcAft>
              <a:buClr>
                <a:schemeClr val="dk1"/>
              </a:buClr>
              <a:buSzPts val="1800"/>
              <a:buChar char="–"/>
              <a:defRPr/>
            </a:lvl2pPr>
            <a:lvl3pPr marL="1371600" lvl="2" indent="-342900" algn="l">
              <a:spcBef>
                <a:spcPts val="360"/>
              </a:spcBef>
              <a:spcAft>
                <a:spcPts val="0"/>
              </a:spcAft>
              <a:buClr>
                <a:schemeClr val="dk1"/>
              </a:buClr>
              <a:buSzPts val="1800"/>
              <a:buChar char="•"/>
              <a:defRPr/>
            </a:lvl3pPr>
            <a:lvl4pPr marL="1828800" lvl="3" indent="-342900" algn="l">
              <a:spcBef>
                <a:spcPts val="360"/>
              </a:spcBef>
              <a:spcAft>
                <a:spcPts val="0"/>
              </a:spcAft>
              <a:buClr>
                <a:schemeClr val="dk1"/>
              </a:buClr>
              <a:buSzPts val="1800"/>
              <a:buChar char="–"/>
              <a:defRPr/>
            </a:lvl4pPr>
            <a:lvl5pPr marL="2286000" lvl="4" indent="-342900" algn="l">
              <a:spcBef>
                <a:spcPts val="360"/>
              </a:spcBef>
              <a:spcAft>
                <a:spcPts val="0"/>
              </a:spcAft>
              <a:buClr>
                <a:schemeClr val="dk1"/>
              </a:buClr>
              <a:buSzPts val="1800"/>
              <a:buChar char="»"/>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
        <p:nvSpPr>
          <p:cNvPr id="24" name="Google Shape;24;p4"/>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5" name="Google Shape;25;p4"/>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6" name="Google Shape;26;p4"/>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‹Nr.›</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27"/>
        <p:cNvGrpSpPr/>
        <p:nvPr/>
      </p:nvGrpSpPr>
      <p:grpSpPr>
        <a:xfrm>
          <a:off x="0" y="0"/>
          <a:ext cx="0" cy="0"/>
          <a:chOff x="0" y="0"/>
          <a:chExt cx="0" cy="0"/>
        </a:xfrm>
      </p:grpSpPr>
      <p:sp>
        <p:nvSpPr>
          <p:cNvPr id="28" name="Google Shape;28;p5"/>
          <p:cNvSpPr txBox="1">
            <a:spLocks noGrp="1"/>
          </p:cNvSpPr>
          <p:nvPr>
            <p:ph type="title"/>
          </p:nvPr>
        </p:nvSpPr>
        <p:spPr>
          <a:xfrm>
            <a:off x="722313" y="4406900"/>
            <a:ext cx="7772400" cy="1362075"/>
          </a:xfrm>
          <a:prstGeom prst="rect">
            <a:avLst/>
          </a:prstGeom>
          <a:noFill/>
          <a:ln>
            <a:noFill/>
          </a:ln>
        </p:spPr>
        <p:txBody>
          <a:bodyPr spcFirstLastPara="1" wrap="square" lIns="91425" tIns="45700" rIns="91425" bIns="45700" anchor="t" anchorCtr="0">
            <a:normAutofit/>
          </a:bodyPr>
          <a:lstStyle>
            <a:lvl1pPr lvl="0" algn="l">
              <a:spcBef>
                <a:spcPts val="0"/>
              </a:spcBef>
              <a:spcAft>
                <a:spcPts val="0"/>
              </a:spcAft>
              <a:buClr>
                <a:schemeClr val="dk1"/>
              </a:buClr>
              <a:buSzPts val="4000"/>
              <a:buFont typeface="Calibri"/>
              <a:buNone/>
              <a:defRPr sz="4000" b="1" cap="none"/>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9" name="Google Shape;29;p5"/>
          <p:cNvSpPr txBox="1">
            <a:spLocks noGrp="1"/>
          </p:cNvSpPr>
          <p:nvPr>
            <p:ph type="body" idx="1"/>
          </p:nvPr>
        </p:nvSpPr>
        <p:spPr>
          <a:xfrm>
            <a:off x="722313" y="2906713"/>
            <a:ext cx="7772400" cy="1500187"/>
          </a:xfrm>
          <a:prstGeom prst="rect">
            <a:avLst/>
          </a:prstGeom>
          <a:noFill/>
          <a:ln>
            <a:noFill/>
          </a:ln>
        </p:spPr>
        <p:txBody>
          <a:bodyPr spcFirstLastPara="1" wrap="square" lIns="91425" tIns="45700" rIns="91425" bIns="45700" anchor="b" anchorCtr="0">
            <a:normAutofit/>
          </a:bodyPr>
          <a:lstStyle>
            <a:lvl1pPr marL="457200" lvl="0" indent="-228600" algn="l">
              <a:spcBef>
                <a:spcPts val="400"/>
              </a:spcBef>
              <a:spcAft>
                <a:spcPts val="0"/>
              </a:spcAft>
              <a:buClr>
                <a:srgbClr val="888888"/>
              </a:buClr>
              <a:buSzPts val="2000"/>
              <a:buNone/>
              <a:defRPr sz="2000">
                <a:solidFill>
                  <a:srgbClr val="888888"/>
                </a:solidFill>
              </a:defRPr>
            </a:lvl1pPr>
            <a:lvl2pPr marL="914400" lvl="1" indent="-228600" algn="l">
              <a:spcBef>
                <a:spcPts val="360"/>
              </a:spcBef>
              <a:spcAft>
                <a:spcPts val="0"/>
              </a:spcAft>
              <a:buClr>
                <a:srgbClr val="888888"/>
              </a:buClr>
              <a:buSzPts val="1800"/>
              <a:buNone/>
              <a:defRPr sz="1800">
                <a:solidFill>
                  <a:srgbClr val="888888"/>
                </a:solidFill>
              </a:defRPr>
            </a:lvl2pPr>
            <a:lvl3pPr marL="1371600" lvl="2" indent="-228600" algn="l">
              <a:spcBef>
                <a:spcPts val="320"/>
              </a:spcBef>
              <a:spcAft>
                <a:spcPts val="0"/>
              </a:spcAft>
              <a:buClr>
                <a:srgbClr val="888888"/>
              </a:buClr>
              <a:buSzPts val="1600"/>
              <a:buNone/>
              <a:defRPr sz="1600">
                <a:solidFill>
                  <a:srgbClr val="888888"/>
                </a:solidFill>
              </a:defRPr>
            </a:lvl3pPr>
            <a:lvl4pPr marL="1828800" lvl="3" indent="-228600" algn="l">
              <a:spcBef>
                <a:spcPts val="280"/>
              </a:spcBef>
              <a:spcAft>
                <a:spcPts val="0"/>
              </a:spcAft>
              <a:buClr>
                <a:srgbClr val="888888"/>
              </a:buClr>
              <a:buSzPts val="1400"/>
              <a:buNone/>
              <a:defRPr sz="1400">
                <a:solidFill>
                  <a:srgbClr val="888888"/>
                </a:solidFill>
              </a:defRPr>
            </a:lvl4pPr>
            <a:lvl5pPr marL="2286000" lvl="4" indent="-228600" algn="l">
              <a:spcBef>
                <a:spcPts val="280"/>
              </a:spcBef>
              <a:spcAft>
                <a:spcPts val="0"/>
              </a:spcAft>
              <a:buClr>
                <a:srgbClr val="888888"/>
              </a:buClr>
              <a:buSzPts val="1400"/>
              <a:buNone/>
              <a:defRPr sz="1400">
                <a:solidFill>
                  <a:srgbClr val="888888"/>
                </a:solidFill>
              </a:defRPr>
            </a:lvl5pPr>
            <a:lvl6pPr marL="2743200" lvl="5" indent="-228600" algn="l">
              <a:spcBef>
                <a:spcPts val="280"/>
              </a:spcBef>
              <a:spcAft>
                <a:spcPts val="0"/>
              </a:spcAft>
              <a:buClr>
                <a:srgbClr val="888888"/>
              </a:buClr>
              <a:buSzPts val="1400"/>
              <a:buNone/>
              <a:defRPr sz="1400">
                <a:solidFill>
                  <a:srgbClr val="888888"/>
                </a:solidFill>
              </a:defRPr>
            </a:lvl6pPr>
            <a:lvl7pPr marL="3200400" lvl="6" indent="-228600" algn="l">
              <a:spcBef>
                <a:spcPts val="280"/>
              </a:spcBef>
              <a:spcAft>
                <a:spcPts val="0"/>
              </a:spcAft>
              <a:buClr>
                <a:srgbClr val="888888"/>
              </a:buClr>
              <a:buSzPts val="1400"/>
              <a:buNone/>
              <a:defRPr sz="1400">
                <a:solidFill>
                  <a:srgbClr val="888888"/>
                </a:solidFill>
              </a:defRPr>
            </a:lvl7pPr>
            <a:lvl8pPr marL="3657600" lvl="7" indent="-228600" algn="l">
              <a:spcBef>
                <a:spcPts val="280"/>
              </a:spcBef>
              <a:spcAft>
                <a:spcPts val="0"/>
              </a:spcAft>
              <a:buClr>
                <a:srgbClr val="888888"/>
              </a:buClr>
              <a:buSzPts val="1400"/>
              <a:buNone/>
              <a:defRPr sz="1400">
                <a:solidFill>
                  <a:srgbClr val="888888"/>
                </a:solidFill>
              </a:defRPr>
            </a:lvl8pPr>
            <a:lvl9pPr marL="4114800" lvl="8" indent="-228600" algn="l">
              <a:spcBef>
                <a:spcPts val="280"/>
              </a:spcBef>
              <a:spcAft>
                <a:spcPts val="0"/>
              </a:spcAft>
              <a:buClr>
                <a:srgbClr val="888888"/>
              </a:buClr>
              <a:buSzPts val="1400"/>
              <a:buNone/>
              <a:defRPr sz="1400">
                <a:solidFill>
                  <a:srgbClr val="888888"/>
                </a:solidFill>
              </a:defRPr>
            </a:lvl9pPr>
          </a:lstStyle>
          <a:p>
            <a:endParaRPr/>
          </a:p>
        </p:txBody>
      </p:sp>
      <p:sp>
        <p:nvSpPr>
          <p:cNvPr id="30" name="Google Shape;30;p5"/>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1" name="Google Shape;31;p5"/>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2" name="Google Shape;32;p5"/>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‹Nr.›</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wo Content" type="twoObj">
  <p:cSld name="TWO_OBJECTS">
    <p:spTree>
      <p:nvGrpSpPr>
        <p:cNvPr id="1" name="Shape 33"/>
        <p:cNvGrpSpPr/>
        <p:nvPr/>
      </p:nvGrpSpPr>
      <p:grpSpPr>
        <a:xfrm>
          <a:off x="0" y="0"/>
          <a:ext cx="0" cy="0"/>
          <a:chOff x="0" y="0"/>
          <a:chExt cx="0" cy="0"/>
        </a:xfrm>
      </p:grpSpPr>
      <p:sp>
        <p:nvSpPr>
          <p:cNvPr id="34" name="Google Shape;34;p6"/>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5" name="Google Shape;35;p6"/>
          <p:cNvSpPr txBox="1">
            <a:spLocks noGrp="1"/>
          </p:cNvSpPr>
          <p:nvPr>
            <p:ph type="body" idx="1"/>
          </p:nvPr>
        </p:nvSpPr>
        <p:spPr>
          <a:xfrm>
            <a:off x="457200" y="1600200"/>
            <a:ext cx="4038600" cy="4525963"/>
          </a:xfrm>
          <a:prstGeom prst="rect">
            <a:avLst/>
          </a:prstGeom>
          <a:noFill/>
          <a:ln>
            <a:noFill/>
          </a:ln>
        </p:spPr>
        <p:txBody>
          <a:bodyPr spcFirstLastPara="1" wrap="square" lIns="91425" tIns="45700" rIns="91425" bIns="45700" anchor="t" anchorCtr="0">
            <a:normAutofit/>
          </a:bodyPr>
          <a:lstStyle>
            <a:lvl1pPr marL="457200" lvl="0" indent="-406400" algn="l">
              <a:spcBef>
                <a:spcPts val="560"/>
              </a:spcBef>
              <a:spcAft>
                <a:spcPts val="0"/>
              </a:spcAft>
              <a:buClr>
                <a:schemeClr val="dk1"/>
              </a:buClr>
              <a:buSzPts val="2800"/>
              <a:buChar char="•"/>
              <a:defRPr sz="2800"/>
            </a:lvl1pPr>
            <a:lvl2pPr marL="914400" lvl="1" indent="-381000" algn="l">
              <a:spcBef>
                <a:spcPts val="480"/>
              </a:spcBef>
              <a:spcAft>
                <a:spcPts val="0"/>
              </a:spcAft>
              <a:buClr>
                <a:schemeClr val="dk1"/>
              </a:buClr>
              <a:buSzPts val="2400"/>
              <a:buChar char="–"/>
              <a:defRPr sz="2400"/>
            </a:lvl2pPr>
            <a:lvl3pPr marL="1371600" lvl="2" indent="-355600" algn="l">
              <a:spcBef>
                <a:spcPts val="400"/>
              </a:spcBef>
              <a:spcAft>
                <a:spcPts val="0"/>
              </a:spcAft>
              <a:buClr>
                <a:schemeClr val="dk1"/>
              </a:buClr>
              <a:buSzPts val="2000"/>
              <a:buChar char="•"/>
              <a:defRPr sz="2000"/>
            </a:lvl3pPr>
            <a:lvl4pPr marL="1828800" lvl="3" indent="-342900" algn="l">
              <a:spcBef>
                <a:spcPts val="360"/>
              </a:spcBef>
              <a:spcAft>
                <a:spcPts val="0"/>
              </a:spcAft>
              <a:buClr>
                <a:schemeClr val="dk1"/>
              </a:buClr>
              <a:buSzPts val="1800"/>
              <a:buChar char="–"/>
              <a:defRPr sz="1800"/>
            </a:lvl4pPr>
            <a:lvl5pPr marL="2286000" lvl="4" indent="-342900" algn="l">
              <a:spcBef>
                <a:spcPts val="360"/>
              </a:spcBef>
              <a:spcAft>
                <a:spcPts val="0"/>
              </a:spcAft>
              <a:buClr>
                <a:schemeClr val="dk1"/>
              </a:buClr>
              <a:buSzPts val="1800"/>
              <a:buChar char="»"/>
              <a:defRPr sz="1800"/>
            </a:lvl5pPr>
            <a:lvl6pPr marL="2743200" lvl="5" indent="-342900" algn="l">
              <a:spcBef>
                <a:spcPts val="360"/>
              </a:spcBef>
              <a:spcAft>
                <a:spcPts val="0"/>
              </a:spcAft>
              <a:buClr>
                <a:schemeClr val="dk1"/>
              </a:buClr>
              <a:buSzPts val="1800"/>
              <a:buChar char="•"/>
              <a:defRPr sz="1800"/>
            </a:lvl6pPr>
            <a:lvl7pPr marL="3200400" lvl="6" indent="-342900" algn="l">
              <a:spcBef>
                <a:spcPts val="360"/>
              </a:spcBef>
              <a:spcAft>
                <a:spcPts val="0"/>
              </a:spcAft>
              <a:buClr>
                <a:schemeClr val="dk1"/>
              </a:buClr>
              <a:buSzPts val="1800"/>
              <a:buChar char="•"/>
              <a:defRPr sz="1800"/>
            </a:lvl7pPr>
            <a:lvl8pPr marL="3657600" lvl="7" indent="-342900" algn="l">
              <a:spcBef>
                <a:spcPts val="360"/>
              </a:spcBef>
              <a:spcAft>
                <a:spcPts val="0"/>
              </a:spcAft>
              <a:buClr>
                <a:schemeClr val="dk1"/>
              </a:buClr>
              <a:buSzPts val="1800"/>
              <a:buChar char="•"/>
              <a:defRPr sz="1800"/>
            </a:lvl8pPr>
            <a:lvl9pPr marL="4114800" lvl="8" indent="-342900" algn="l">
              <a:spcBef>
                <a:spcPts val="360"/>
              </a:spcBef>
              <a:spcAft>
                <a:spcPts val="0"/>
              </a:spcAft>
              <a:buClr>
                <a:schemeClr val="dk1"/>
              </a:buClr>
              <a:buSzPts val="1800"/>
              <a:buChar char="•"/>
              <a:defRPr sz="1800"/>
            </a:lvl9pPr>
          </a:lstStyle>
          <a:p>
            <a:endParaRPr/>
          </a:p>
        </p:txBody>
      </p:sp>
      <p:sp>
        <p:nvSpPr>
          <p:cNvPr id="36" name="Google Shape;36;p6"/>
          <p:cNvSpPr txBox="1">
            <a:spLocks noGrp="1"/>
          </p:cNvSpPr>
          <p:nvPr>
            <p:ph type="body" idx="2"/>
          </p:nvPr>
        </p:nvSpPr>
        <p:spPr>
          <a:xfrm>
            <a:off x="4648200" y="1600200"/>
            <a:ext cx="4038600" cy="4525963"/>
          </a:xfrm>
          <a:prstGeom prst="rect">
            <a:avLst/>
          </a:prstGeom>
          <a:noFill/>
          <a:ln>
            <a:noFill/>
          </a:ln>
        </p:spPr>
        <p:txBody>
          <a:bodyPr spcFirstLastPara="1" wrap="square" lIns="91425" tIns="45700" rIns="91425" bIns="45700" anchor="t" anchorCtr="0">
            <a:normAutofit/>
          </a:bodyPr>
          <a:lstStyle>
            <a:lvl1pPr marL="457200" lvl="0" indent="-406400" algn="l">
              <a:spcBef>
                <a:spcPts val="560"/>
              </a:spcBef>
              <a:spcAft>
                <a:spcPts val="0"/>
              </a:spcAft>
              <a:buClr>
                <a:schemeClr val="dk1"/>
              </a:buClr>
              <a:buSzPts val="2800"/>
              <a:buChar char="•"/>
              <a:defRPr sz="2800"/>
            </a:lvl1pPr>
            <a:lvl2pPr marL="914400" lvl="1" indent="-381000" algn="l">
              <a:spcBef>
                <a:spcPts val="480"/>
              </a:spcBef>
              <a:spcAft>
                <a:spcPts val="0"/>
              </a:spcAft>
              <a:buClr>
                <a:schemeClr val="dk1"/>
              </a:buClr>
              <a:buSzPts val="2400"/>
              <a:buChar char="–"/>
              <a:defRPr sz="2400"/>
            </a:lvl2pPr>
            <a:lvl3pPr marL="1371600" lvl="2" indent="-355600" algn="l">
              <a:spcBef>
                <a:spcPts val="400"/>
              </a:spcBef>
              <a:spcAft>
                <a:spcPts val="0"/>
              </a:spcAft>
              <a:buClr>
                <a:schemeClr val="dk1"/>
              </a:buClr>
              <a:buSzPts val="2000"/>
              <a:buChar char="•"/>
              <a:defRPr sz="2000"/>
            </a:lvl3pPr>
            <a:lvl4pPr marL="1828800" lvl="3" indent="-342900" algn="l">
              <a:spcBef>
                <a:spcPts val="360"/>
              </a:spcBef>
              <a:spcAft>
                <a:spcPts val="0"/>
              </a:spcAft>
              <a:buClr>
                <a:schemeClr val="dk1"/>
              </a:buClr>
              <a:buSzPts val="1800"/>
              <a:buChar char="–"/>
              <a:defRPr sz="1800"/>
            </a:lvl4pPr>
            <a:lvl5pPr marL="2286000" lvl="4" indent="-342900" algn="l">
              <a:spcBef>
                <a:spcPts val="360"/>
              </a:spcBef>
              <a:spcAft>
                <a:spcPts val="0"/>
              </a:spcAft>
              <a:buClr>
                <a:schemeClr val="dk1"/>
              </a:buClr>
              <a:buSzPts val="1800"/>
              <a:buChar char="»"/>
              <a:defRPr sz="1800"/>
            </a:lvl5pPr>
            <a:lvl6pPr marL="2743200" lvl="5" indent="-342900" algn="l">
              <a:spcBef>
                <a:spcPts val="360"/>
              </a:spcBef>
              <a:spcAft>
                <a:spcPts val="0"/>
              </a:spcAft>
              <a:buClr>
                <a:schemeClr val="dk1"/>
              </a:buClr>
              <a:buSzPts val="1800"/>
              <a:buChar char="•"/>
              <a:defRPr sz="1800"/>
            </a:lvl6pPr>
            <a:lvl7pPr marL="3200400" lvl="6" indent="-342900" algn="l">
              <a:spcBef>
                <a:spcPts val="360"/>
              </a:spcBef>
              <a:spcAft>
                <a:spcPts val="0"/>
              </a:spcAft>
              <a:buClr>
                <a:schemeClr val="dk1"/>
              </a:buClr>
              <a:buSzPts val="1800"/>
              <a:buChar char="•"/>
              <a:defRPr sz="1800"/>
            </a:lvl7pPr>
            <a:lvl8pPr marL="3657600" lvl="7" indent="-342900" algn="l">
              <a:spcBef>
                <a:spcPts val="360"/>
              </a:spcBef>
              <a:spcAft>
                <a:spcPts val="0"/>
              </a:spcAft>
              <a:buClr>
                <a:schemeClr val="dk1"/>
              </a:buClr>
              <a:buSzPts val="1800"/>
              <a:buChar char="•"/>
              <a:defRPr sz="1800"/>
            </a:lvl8pPr>
            <a:lvl9pPr marL="4114800" lvl="8" indent="-342900" algn="l">
              <a:spcBef>
                <a:spcPts val="360"/>
              </a:spcBef>
              <a:spcAft>
                <a:spcPts val="0"/>
              </a:spcAft>
              <a:buClr>
                <a:schemeClr val="dk1"/>
              </a:buClr>
              <a:buSzPts val="1800"/>
              <a:buChar char="•"/>
              <a:defRPr sz="1800"/>
            </a:lvl9pPr>
          </a:lstStyle>
          <a:p>
            <a:endParaRPr/>
          </a:p>
        </p:txBody>
      </p:sp>
      <p:sp>
        <p:nvSpPr>
          <p:cNvPr id="37" name="Google Shape;37;p6"/>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8" name="Google Shape;38;p6"/>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9" name="Google Shape;39;p6"/>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‹Nr.›</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40"/>
        <p:cNvGrpSpPr/>
        <p:nvPr/>
      </p:nvGrpSpPr>
      <p:grpSpPr>
        <a:xfrm>
          <a:off x="0" y="0"/>
          <a:ext cx="0" cy="0"/>
          <a:chOff x="0" y="0"/>
          <a:chExt cx="0" cy="0"/>
        </a:xfrm>
      </p:grpSpPr>
      <p:sp>
        <p:nvSpPr>
          <p:cNvPr id="41" name="Google Shape;41;p7"/>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4400"/>
              <a:buFont typeface="Calibri"/>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42" name="Google Shape;42;p7"/>
          <p:cNvSpPr txBox="1">
            <a:spLocks noGrp="1"/>
          </p:cNvSpPr>
          <p:nvPr>
            <p:ph type="body" idx="1"/>
          </p:nvPr>
        </p:nvSpPr>
        <p:spPr>
          <a:xfrm>
            <a:off x="457200" y="1535113"/>
            <a:ext cx="4040188" cy="639762"/>
          </a:xfrm>
          <a:prstGeom prst="rect">
            <a:avLst/>
          </a:prstGeom>
          <a:noFill/>
          <a:ln>
            <a:noFill/>
          </a:ln>
        </p:spPr>
        <p:txBody>
          <a:bodyPr spcFirstLastPara="1" wrap="square" lIns="91425" tIns="45700" rIns="91425" bIns="45700" anchor="b" anchorCtr="0">
            <a:normAutofit/>
          </a:bodyPr>
          <a:lstStyle>
            <a:lvl1pPr marL="457200" lvl="0" indent="-228600" algn="l">
              <a:spcBef>
                <a:spcPts val="480"/>
              </a:spcBef>
              <a:spcAft>
                <a:spcPts val="0"/>
              </a:spcAft>
              <a:buClr>
                <a:schemeClr val="dk1"/>
              </a:buClr>
              <a:buSzPts val="2400"/>
              <a:buNone/>
              <a:defRPr sz="2400" b="1"/>
            </a:lvl1pPr>
            <a:lvl2pPr marL="914400" lvl="1" indent="-228600" algn="l">
              <a:spcBef>
                <a:spcPts val="400"/>
              </a:spcBef>
              <a:spcAft>
                <a:spcPts val="0"/>
              </a:spcAft>
              <a:buClr>
                <a:schemeClr val="dk1"/>
              </a:buClr>
              <a:buSzPts val="2000"/>
              <a:buNone/>
              <a:defRPr sz="2000" b="1"/>
            </a:lvl2pPr>
            <a:lvl3pPr marL="1371600" lvl="2" indent="-228600" algn="l">
              <a:spcBef>
                <a:spcPts val="360"/>
              </a:spcBef>
              <a:spcAft>
                <a:spcPts val="0"/>
              </a:spcAft>
              <a:buClr>
                <a:schemeClr val="dk1"/>
              </a:buClr>
              <a:buSzPts val="1800"/>
              <a:buNone/>
              <a:defRPr sz="1800" b="1"/>
            </a:lvl3pPr>
            <a:lvl4pPr marL="1828800" lvl="3" indent="-228600" algn="l">
              <a:spcBef>
                <a:spcPts val="320"/>
              </a:spcBef>
              <a:spcAft>
                <a:spcPts val="0"/>
              </a:spcAft>
              <a:buClr>
                <a:schemeClr val="dk1"/>
              </a:buClr>
              <a:buSzPts val="1600"/>
              <a:buNone/>
              <a:defRPr sz="1600" b="1"/>
            </a:lvl4pPr>
            <a:lvl5pPr marL="2286000" lvl="4" indent="-228600" algn="l">
              <a:spcBef>
                <a:spcPts val="320"/>
              </a:spcBef>
              <a:spcAft>
                <a:spcPts val="0"/>
              </a:spcAft>
              <a:buClr>
                <a:schemeClr val="dk1"/>
              </a:buClr>
              <a:buSzPts val="1600"/>
              <a:buNone/>
              <a:defRPr sz="1600" b="1"/>
            </a:lvl5pPr>
            <a:lvl6pPr marL="2743200" lvl="5" indent="-228600" algn="l">
              <a:spcBef>
                <a:spcPts val="320"/>
              </a:spcBef>
              <a:spcAft>
                <a:spcPts val="0"/>
              </a:spcAft>
              <a:buClr>
                <a:schemeClr val="dk1"/>
              </a:buClr>
              <a:buSzPts val="1600"/>
              <a:buNone/>
              <a:defRPr sz="1600" b="1"/>
            </a:lvl6pPr>
            <a:lvl7pPr marL="3200400" lvl="6" indent="-228600" algn="l">
              <a:spcBef>
                <a:spcPts val="320"/>
              </a:spcBef>
              <a:spcAft>
                <a:spcPts val="0"/>
              </a:spcAft>
              <a:buClr>
                <a:schemeClr val="dk1"/>
              </a:buClr>
              <a:buSzPts val="1600"/>
              <a:buNone/>
              <a:defRPr sz="1600" b="1"/>
            </a:lvl7pPr>
            <a:lvl8pPr marL="3657600" lvl="7" indent="-228600" algn="l">
              <a:spcBef>
                <a:spcPts val="320"/>
              </a:spcBef>
              <a:spcAft>
                <a:spcPts val="0"/>
              </a:spcAft>
              <a:buClr>
                <a:schemeClr val="dk1"/>
              </a:buClr>
              <a:buSzPts val="1600"/>
              <a:buNone/>
              <a:defRPr sz="1600" b="1"/>
            </a:lvl8pPr>
            <a:lvl9pPr marL="4114800" lvl="8" indent="-228600" algn="l">
              <a:spcBef>
                <a:spcPts val="320"/>
              </a:spcBef>
              <a:spcAft>
                <a:spcPts val="0"/>
              </a:spcAft>
              <a:buClr>
                <a:schemeClr val="dk1"/>
              </a:buClr>
              <a:buSzPts val="1600"/>
              <a:buNone/>
              <a:defRPr sz="1600" b="1"/>
            </a:lvl9pPr>
          </a:lstStyle>
          <a:p>
            <a:endParaRPr/>
          </a:p>
        </p:txBody>
      </p:sp>
      <p:sp>
        <p:nvSpPr>
          <p:cNvPr id="43" name="Google Shape;43;p7"/>
          <p:cNvSpPr txBox="1">
            <a:spLocks noGrp="1"/>
          </p:cNvSpPr>
          <p:nvPr>
            <p:ph type="body" idx="2"/>
          </p:nvPr>
        </p:nvSpPr>
        <p:spPr>
          <a:xfrm>
            <a:off x="457200" y="2174875"/>
            <a:ext cx="4040188" cy="3951288"/>
          </a:xfrm>
          <a:prstGeom prst="rect">
            <a:avLst/>
          </a:prstGeom>
          <a:noFill/>
          <a:ln>
            <a:noFill/>
          </a:ln>
        </p:spPr>
        <p:txBody>
          <a:bodyPr spcFirstLastPara="1" wrap="square" lIns="91425" tIns="45700" rIns="91425" bIns="45700" anchor="t" anchorCtr="0">
            <a:normAutofit/>
          </a:bodyPr>
          <a:lstStyle>
            <a:lvl1pPr marL="457200" lvl="0" indent="-381000" algn="l">
              <a:spcBef>
                <a:spcPts val="480"/>
              </a:spcBef>
              <a:spcAft>
                <a:spcPts val="0"/>
              </a:spcAft>
              <a:buClr>
                <a:schemeClr val="dk1"/>
              </a:buClr>
              <a:buSzPts val="2400"/>
              <a:buChar char="•"/>
              <a:defRPr sz="2400"/>
            </a:lvl1pPr>
            <a:lvl2pPr marL="914400" lvl="1" indent="-355600" algn="l">
              <a:spcBef>
                <a:spcPts val="400"/>
              </a:spcBef>
              <a:spcAft>
                <a:spcPts val="0"/>
              </a:spcAft>
              <a:buClr>
                <a:schemeClr val="dk1"/>
              </a:buClr>
              <a:buSzPts val="2000"/>
              <a:buChar char="–"/>
              <a:defRPr sz="2000"/>
            </a:lvl2pPr>
            <a:lvl3pPr marL="1371600" lvl="2" indent="-342900" algn="l">
              <a:spcBef>
                <a:spcPts val="360"/>
              </a:spcBef>
              <a:spcAft>
                <a:spcPts val="0"/>
              </a:spcAft>
              <a:buClr>
                <a:schemeClr val="dk1"/>
              </a:buClr>
              <a:buSzPts val="1800"/>
              <a:buChar char="•"/>
              <a:defRPr sz="1800"/>
            </a:lvl3pPr>
            <a:lvl4pPr marL="1828800" lvl="3" indent="-330200" algn="l">
              <a:spcBef>
                <a:spcPts val="320"/>
              </a:spcBef>
              <a:spcAft>
                <a:spcPts val="0"/>
              </a:spcAft>
              <a:buClr>
                <a:schemeClr val="dk1"/>
              </a:buClr>
              <a:buSzPts val="1600"/>
              <a:buChar char="–"/>
              <a:defRPr sz="1600"/>
            </a:lvl4pPr>
            <a:lvl5pPr marL="2286000" lvl="4" indent="-330200" algn="l">
              <a:spcBef>
                <a:spcPts val="320"/>
              </a:spcBef>
              <a:spcAft>
                <a:spcPts val="0"/>
              </a:spcAft>
              <a:buClr>
                <a:schemeClr val="dk1"/>
              </a:buClr>
              <a:buSzPts val="1600"/>
              <a:buChar char="»"/>
              <a:defRPr sz="1600"/>
            </a:lvl5pPr>
            <a:lvl6pPr marL="2743200" lvl="5" indent="-330200" algn="l">
              <a:spcBef>
                <a:spcPts val="320"/>
              </a:spcBef>
              <a:spcAft>
                <a:spcPts val="0"/>
              </a:spcAft>
              <a:buClr>
                <a:schemeClr val="dk1"/>
              </a:buClr>
              <a:buSzPts val="1600"/>
              <a:buChar char="•"/>
              <a:defRPr sz="1600"/>
            </a:lvl6pPr>
            <a:lvl7pPr marL="3200400" lvl="6" indent="-330200" algn="l">
              <a:spcBef>
                <a:spcPts val="320"/>
              </a:spcBef>
              <a:spcAft>
                <a:spcPts val="0"/>
              </a:spcAft>
              <a:buClr>
                <a:schemeClr val="dk1"/>
              </a:buClr>
              <a:buSzPts val="1600"/>
              <a:buChar char="•"/>
              <a:defRPr sz="1600"/>
            </a:lvl7pPr>
            <a:lvl8pPr marL="3657600" lvl="7" indent="-330200" algn="l">
              <a:spcBef>
                <a:spcPts val="320"/>
              </a:spcBef>
              <a:spcAft>
                <a:spcPts val="0"/>
              </a:spcAft>
              <a:buClr>
                <a:schemeClr val="dk1"/>
              </a:buClr>
              <a:buSzPts val="1600"/>
              <a:buChar char="•"/>
              <a:defRPr sz="1600"/>
            </a:lvl8pPr>
            <a:lvl9pPr marL="4114800" lvl="8" indent="-330200" algn="l">
              <a:spcBef>
                <a:spcPts val="320"/>
              </a:spcBef>
              <a:spcAft>
                <a:spcPts val="0"/>
              </a:spcAft>
              <a:buClr>
                <a:schemeClr val="dk1"/>
              </a:buClr>
              <a:buSzPts val="1600"/>
              <a:buChar char="•"/>
              <a:defRPr sz="1600"/>
            </a:lvl9pPr>
          </a:lstStyle>
          <a:p>
            <a:endParaRPr/>
          </a:p>
        </p:txBody>
      </p:sp>
      <p:sp>
        <p:nvSpPr>
          <p:cNvPr id="44" name="Google Shape;44;p7"/>
          <p:cNvSpPr txBox="1">
            <a:spLocks noGrp="1"/>
          </p:cNvSpPr>
          <p:nvPr>
            <p:ph type="body" idx="3"/>
          </p:nvPr>
        </p:nvSpPr>
        <p:spPr>
          <a:xfrm>
            <a:off x="4645025" y="1535113"/>
            <a:ext cx="4041775" cy="639762"/>
          </a:xfrm>
          <a:prstGeom prst="rect">
            <a:avLst/>
          </a:prstGeom>
          <a:noFill/>
          <a:ln>
            <a:noFill/>
          </a:ln>
        </p:spPr>
        <p:txBody>
          <a:bodyPr spcFirstLastPara="1" wrap="square" lIns="91425" tIns="45700" rIns="91425" bIns="45700" anchor="b" anchorCtr="0">
            <a:normAutofit/>
          </a:bodyPr>
          <a:lstStyle>
            <a:lvl1pPr marL="457200" lvl="0" indent="-228600" algn="l">
              <a:spcBef>
                <a:spcPts val="480"/>
              </a:spcBef>
              <a:spcAft>
                <a:spcPts val="0"/>
              </a:spcAft>
              <a:buClr>
                <a:schemeClr val="dk1"/>
              </a:buClr>
              <a:buSzPts val="2400"/>
              <a:buNone/>
              <a:defRPr sz="2400" b="1"/>
            </a:lvl1pPr>
            <a:lvl2pPr marL="914400" lvl="1" indent="-228600" algn="l">
              <a:spcBef>
                <a:spcPts val="400"/>
              </a:spcBef>
              <a:spcAft>
                <a:spcPts val="0"/>
              </a:spcAft>
              <a:buClr>
                <a:schemeClr val="dk1"/>
              </a:buClr>
              <a:buSzPts val="2000"/>
              <a:buNone/>
              <a:defRPr sz="2000" b="1"/>
            </a:lvl2pPr>
            <a:lvl3pPr marL="1371600" lvl="2" indent="-228600" algn="l">
              <a:spcBef>
                <a:spcPts val="360"/>
              </a:spcBef>
              <a:spcAft>
                <a:spcPts val="0"/>
              </a:spcAft>
              <a:buClr>
                <a:schemeClr val="dk1"/>
              </a:buClr>
              <a:buSzPts val="1800"/>
              <a:buNone/>
              <a:defRPr sz="1800" b="1"/>
            </a:lvl3pPr>
            <a:lvl4pPr marL="1828800" lvl="3" indent="-228600" algn="l">
              <a:spcBef>
                <a:spcPts val="320"/>
              </a:spcBef>
              <a:spcAft>
                <a:spcPts val="0"/>
              </a:spcAft>
              <a:buClr>
                <a:schemeClr val="dk1"/>
              </a:buClr>
              <a:buSzPts val="1600"/>
              <a:buNone/>
              <a:defRPr sz="1600" b="1"/>
            </a:lvl4pPr>
            <a:lvl5pPr marL="2286000" lvl="4" indent="-228600" algn="l">
              <a:spcBef>
                <a:spcPts val="320"/>
              </a:spcBef>
              <a:spcAft>
                <a:spcPts val="0"/>
              </a:spcAft>
              <a:buClr>
                <a:schemeClr val="dk1"/>
              </a:buClr>
              <a:buSzPts val="1600"/>
              <a:buNone/>
              <a:defRPr sz="1600" b="1"/>
            </a:lvl5pPr>
            <a:lvl6pPr marL="2743200" lvl="5" indent="-228600" algn="l">
              <a:spcBef>
                <a:spcPts val="320"/>
              </a:spcBef>
              <a:spcAft>
                <a:spcPts val="0"/>
              </a:spcAft>
              <a:buClr>
                <a:schemeClr val="dk1"/>
              </a:buClr>
              <a:buSzPts val="1600"/>
              <a:buNone/>
              <a:defRPr sz="1600" b="1"/>
            </a:lvl6pPr>
            <a:lvl7pPr marL="3200400" lvl="6" indent="-228600" algn="l">
              <a:spcBef>
                <a:spcPts val="320"/>
              </a:spcBef>
              <a:spcAft>
                <a:spcPts val="0"/>
              </a:spcAft>
              <a:buClr>
                <a:schemeClr val="dk1"/>
              </a:buClr>
              <a:buSzPts val="1600"/>
              <a:buNone/>
              <a:defRPr sz="1600" b="1"/>
            </a:lvl7pPr>
            <a:lvl8pPr marL="3657600" lvl="7" indent="-228600" algn="l">
              <a:spcBef>
                <a:spcPts val="320"/>
              </a:spcBef>
              <a:spcAft>
                <a:spcPts val="0"/>
              </a:spcAft>
              <a:buClr>
                <a:schemeClr val="dk1"/>
              </a:buClr>
              <a:buSzPts val="1600"/>
              <a:buNone/>
              <a:defRPr sz="1600" b="1"/>
            </a:lvl8pPr>
            <a:lvl9pPr marL="4114800" lvl="8" indent="-228600" algn="l">
              <a:spcBef>
                <a:spcPts val="320"/>
              </a:spcBef>
              <a:spcAft>
                <a:spcPts val="0"/>
              </a:spcAft>
              <a:buClr>
                <a:schemeClr val="dk1"/>
              </a:buClr>
              <a:buSzPts val="1600"/>
              <a:buNone/>
              <a:defRPr sz="1600" b="1"/>
            </a:lvl9pPr>
          </a:lstStyle>
          <a:p>
            <a:endParaRPr/>
          </a:p>
        </p:txBody>
      </p:sp>
      <p:sp>
        <p:nvSpPr>
          <p:cNvPr id="45" name="Google Shape;45;p7"/>
          <p:cNvSpPr txBox="1">
            <a:spLocks noGrp="1"/>
          </p:cNvSpPr>
          <p:nvPr>
            <p:ph type="body" idx="4"/>
          </p:nvPr>
        </p:nvSpPr>
        <p:spPr>
          <a:xfrm>
            <a:off x="4645025" y="2174875"/>
            <a:ext cx="4041775" cy="3951288"/>
          </a:xfrm>
          <a:prstGeom prst="rect">
            <a:avLst/>
          </a:prstGeom>
          <a:noFill/>
          <a:ln>
            <a:noFill/>
          </a:ln>
        </p:spPr>
        <p:txBody>
          <a:bodyPr spcFirstLastPara="1" wrap="square" lIns="91425" tIns="45700" rIns="91425" bIns="45700" anchor="t" anchorCtr="0">
            <a:normAutofit/>
          </a:bodyPr>
          <a:lstStyle>
            <a:lvl1pPr marL="457200" lvl="0" indent="-381000" algn="l">
              <a:spcBef>
                <a:spcPts val="480"/>
              </a:spcBef>
              <a:spcAft>
                <a:spcPts val="0"/>
              </a:spcAft>
              <a:buClr>
                <a:schemeClr val="dk1"/>
              </a:buClr>
              <a:buSzPts val="2400"/>
              <a:buChar char="•"/>
              <a:defRPr sz="2400"/>
            </a:lvl1pPr>
            <a:lvl2pPr marL="914400" lvl="1" indent="-355600" algn="l">
              <a:spcBef>
                <a:spcPts val="400"/>
              </a:spcBef>
              <a:spcAft>
                <a:spcPts val="0"/>
              </a:spcAft>
              <a:buClr>
                <a:schemeClr val="dk1"/>
              </a:buClr>
              <a:buSzPts val="2000"/>
              <a:buChar char="–"/>
              <a:defRPr sz="2000"/>
            </a:lvl2pPr>
            <a:lvl3pPr marL="1371600" lvl="2" indent="-342900" algn="l">
              <a:spcBef>
                <a:spcPts val="360"/>
              </a:spcBef>
              <a:spcAft>
                <a:spcPts val="0"/>
              </a:spcAft>
              <a:buClr>
                <a:schemeClr val="dk1"/>
              </a:buClr>
              <a:buSzPts val="1800"/>
              <a:buChar char="•"/>
              <a:defRPr sz="1800"/>
            </a:lvl3pPr>
            <a:lvl4pPr marL="1828800" lvl="3" indent="-330200" algn="l">
              <a:spcBef>
                <a:spcPts val="320"/>
              </a:spcBef>
              <a:spcAft>
                <a:spcPts val="0"/>
              </a:spcAft>
              <a:buClr>
                <a:schemeClr val="dk1"/>
              </a:buClr>
              <a:buSzPts val="1600"/>
              <a:buChar char="–"/>
              <a:defRPr sz="1600"/>
            </a:lvl4pPr>
            <a:lvl5pPr marL="2286000" lvl="4" indent="-330200" algn="l">
              <a:spcBef>
                <a:spcPts val="320"/>
              </a:spcBef>
              <a:spcAft>
                <a:spcPts val="0"/>
              </a:spcAft>
              <a:buClr>
                <a:schemeClr val="dk1"/>
              </a:buClr>
              <a:buSzPts val="1600"/>
              <a:buChar char="»"/>
              <a:defRPr sz="1600"/>
            </a:lvl5pPr>
            <a:lvl6pPr marL="2743200" lvl="5" indent="-330200" algn="l">
              <a:spcBef>
                <a:spcPts val="320"/>
              </a:spcBef>
              <a:spcAft>
                <a:spcPts val="0"/>
              </a:spcAft>
              <a:buClr>
                <a:schemeClr val="dk1"/>
              </a:buClr>
              <a:buSzPts val="1600"/>
              <a:buChar char="•"/>
              <a:defRPr sz="1600"/>
            </a:lvl6pPr>
            <a:lvl7pPr marL="3200400" lvl="6" indent="-330200" algn="l">
              <a:spcBef>
                <a:spcPts val="320"/>
              </a:spcBef>
              <a:spcAft>
                <a:spcPts val="0"/>
              </a:spcAft>
              <a:buClr>
                <a:schemeClr val="dk1"/>
              </a:buClr>
              <a:buSzPts val="1600"/>
              <a:buChar char="•"/>
              <a:defRPr sz="1600"/>
            </a:lvl7pPr>
            <a:lvl8pPr marL="3657600" lvl="7" indent="-330200" algn="l">
              <a:spcBef>
                <a:spcPts val="320"/>
              </a:spcBef>
              <a:spcAft>
                <a:spcPts val="0"/>
              </a:spcAft>
              <a:buClr>
                <a:schemeClr val="dk1"/>
              </a:buClr>
              <a:buSzPts val="1600"/>
              <a:buChar char="•"/>
              <a:defRPr sz="1600"/>
            </a:lvl8pPr>
            <a:lvl9pPr marL="4114800" lvl="8" indent="-330200" algn="l">
              <a:spcBef>
                <a:spcPts val="320"/>
              </a:spcBef>
              <a:spcAft>
                <a:spcPts val="0"/>
              </a:spcAft>
              <a:buClr>
                <a:schemeClr val="dk1"/>
              </a:buClr>
              <a:buSzPts val="1600"/>
              <a:buChar char="•"/>
              <a:defRPr sz="1600"/>
            </a:lvl9pPr>
          </a:lstStyle>
          <a:p>
            <a:endParaRPr/>
          </a:p>
        </p:txBody>
      </p:sp>
      <p:sp>
        <p:nvSpPr>
          <p:cNvPr id="46" name="Google Shape;46;p7"/>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7" name="Google Shape;47;p7"/>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8" name="Google Shape;48;p7"/>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‹Nr.›</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49"/>
        <p:cNvGrpSpPr/>
        <p:nvPr/>
      </p:nvGrpSpPr>
      <p:grpSpPr>
        <a:xfrm>
          <a:off x="0" y="0"/>
          <a:ext cx="0" cy="0"/>
          <a:chOff x="0" y="0"/>
          <a:chExt cx="0" cy="0"/>
        </a:xfrm>
      </p:grpSpPr>
      <p:sp>
        <p:nvSpPr>
          <p:cNvPr id="50" name="Google Shape;50;p8"/>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51" name="Google Shape;51;p8"/>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2" name="Google Shape;52;p8"/>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3" name="Google Shape;53;p8"/>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‹Nr.›</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54"/>
        <p:cNvGrpSpPr/>
        <p:nvPr/>
      </p:nvGrpSpPr>
      <p:grpSpPr>
        <a:xfrm>
          <a:off x="0" y="0"/>
          <a:ext cx="0" cy="0"/>
          <a:chOff x="0" y="0"/>
          <a:chExt cx="0" cy="0"/>
        </a:xfrm>
      </p:grpSpPr>
      <p:sp>
        <p:nvSpPr>
          <p:cNvPr id="55" name="Google Shape;55;p9"/>
          <p:cNvSpPr txBox="1">
            <a:spLocks noGrp="1"/>
          </p:cNvSpPr>
          <p:nvPr>
            <p:ph type="title"/>
          </p:nvPr>
        </p:nvSpPr>
        <p:spPr>
          <a:xfrm>
            <a:off x="457200" y="273050"/>
            <a:ext cx="3008313" cy="1162050"/>
          </a:xfrm>
          <a:prstGeom prst="rect">
            <a:avLst/>
          </a:prstGeom>
          <a:noFill/>
          <a:ln>
            <a:noFill/>
          </a:ln>
        </p:spPr>
        <p:txBody>
          <a:bodyPr spcFirstLastPara="1" wrap="square" lIns="91425" tIns="45700" rIns="91425" bIns="45700" anchor="b" anchorCtr="0">
            <a:normAutofit/>
          </a:bodyPr>
          <a:lstStyle>
            <a:lvl1pPr lvl="0" algn="l">
              <a:spcBef>
                <a:spcPts val="0"/>
              </a:spcBef>
              <a:spcAft>
                <a:spcPts val="0"/>
              </a:spcAft>
              <a:buClr>
                <a:schemeClr val="dk1"/>
              </a:buClr>
              <a:buSzPts val="2000"/>
              <a:buFont typeface="Calibri"/>
              <a:buNone/>
              <a:defRPr sz="2000" b="1"/>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56" name="Google Shape;56;p9"/>
          <p:cNvSpPr txBox="1">
            <a:spLocks noGrp="1"/>
          </p:cNvSpPr>
          <p:nvPr>
            <p:ph type="body" idx="1"/>
          </p:nvPr>
        </p:nvSpPr>
        <p:spPr>
          <a:xfrm>
            <a:off x="3575050" y="273050"/>
            <a:ext cx="5111750" cy="5853113"/>
          </a:xfrm>
          <a:prstGeom prst="rect">
            <a:avLst/>
          </a:prstGeom>
          <a:noFill/>
          <a:ln>
            <a:noFill/>
          </a:ln>
        </p:spPr>
        <p:txBody>
          <a:bodyPr spcFirstLastPara="1" wrap="square" lIns="91425" tIns="45700" rIns="91425" bIns="45700" anchor="t" anchorCtr="0">
            <a:normAutofit/>
          </a:bodyPr>
          <a:lstStyle>
            <a:lvl1pPr marL="457200" lvl="0" indent="-431800" algn="l">
              <a:spcBef>
                <a:spcPts val="640"/>
              </a:spcBef>
              <a:spcAft>
                <a:spcPts val="0"/>
              </a:spcAft>
              <a:buClr>
                <a:schemeClr val="dk1"/>
              </a:buClr>
              <a:buSzPts val="3200"/>
              <a:buChar char="•"/>
              <a:defRPr sz="3200"/>
            </a:lvl1pPr>
            <a:lvl2pPr marL="914400" lvl="1" indent="-406400" algn="l">
              <a:spcBef>
                <a:spcPts val="560"/>
              </a:spcBef>
              <a:spcAft>
                <a:spcPts val="0"/>
              </a:spcAft>
              <a:buClr>
                <a:schemeClr val="dk1"/>
              </a:buClr>
              <a:buSzPts val="2800"/>
              <a:buChar char="–"/>
              <a:defRPr sz="2800"/>
            </a:lvl2pPr>
            <a:lvl3pPr marL="1371600" lvl="2" indent="-381000" algn="l">
              <a:spcBef>
                <a:spcPts val="480"/>
              </a:spcBef>
              <a:spcAft>
                <a:spcPts val="0"/>
              </a:spcAft>
              <a:buClr>
                <a:schemeClr val="dk1"/>
              </a:buClr>
              <a:buSzPts val="2400"/>
              <a:buChar char="•"/>
              <a:defRPr sz="2400"/>
            </a:lvl3pPr>
            <a:lvl4pPr marL="1828800" lvl="3" indent="-355600" algn="l">
              <a:spcBef>
                <a:spcPts val="400"/>
              </a:spcBef>
              <a:spcAft>
                <a:spcPts val="0"/>
              </a:spcAft>
              <a:buClr>
                <a:schemeClr val="dk1"/>
              </a:buClr>
              <a:buSzPts val="2000"/>
              <a:buChar char="–"/>
              <a:defRPr sz="2000"/>
            </a:lvl4pPr>
            <a:lvl5pPr marL="2286000" lvl="4" indent="-355600" algn="l">
              <a:spcBef>
                <a:spcPts val="400"/>
              </a:spcBef>
              <a:spcAft>
                <a:spcPts val="0"/>
              </a:spcAft>
              <a:buClr>
                <a:schemeClr val="dk1"/>
              </a:buClr>
              <a:buSzPts val="2000"/>
              <a:buChar char="»"/>
              <a:defRPr sz="2000"/>
            </a:lvl5pPr>
            <a:lvl6pPr marL="2743200" lvl="5" indent="-355600" algn="l">
              <a:spcBef>
                <a:spcPts val="400"/>
              </a:spcBef>
              <a:spcAft>
                <a:spcPts val="0"/>
              </a:spcAft>
              <a:buClr>
                <a:schemeClr val="dk1"/>
              </a:buClr>
              <a:buSzPts val="2000"/>
              <a:buChar char="•"/>
              <a:defRPr sz="2000"/>
            </a:lvl6pPr>
            <a:lvl7pPr marL="3200400" lvl="6" indent="-355600" algn="l">
              <a:spcBef>
                <a:spcPts val="400"/>
              </a:spcBef>
              <a:spcAft>
                <a:spcPts val="0"/>
              </a:spcAft>
              <a:buClr>
                <a:schemeClr val="dk1"/>
              </a:buClr>
              <a:buSzPts val="2000"/>
              <a:buChar char="•"/>
              <a:defRPr sz="2000"/>
            </a:lvl7pPr>
            <a:lvl8pPr marL="3657600" lvl="7" indent="-355600" algn="l">
              <a:spcBef>
                <a:spcPts val="400"/>
              </a:spcBef>
              <a:spcAft>
                <a:spcPts val="0"/>
              </a:spcAft>
              <a:buClr>
                <a:schemeClr val="dk1"/>
              </a:buClr>
              <a:buSzPts val="2000"/>
              <a:buChar char="•"/>
              <a:defRPr sz="2000"/>
            </a:lvl8pPr>
            <a:lvl9pPr marL="4114800" lvl="8" indent="-355600" algn="l">
              <a:spcBef>
                <a:spcPts val="400"/>
              </a:spcBef>
              <a:spcAft>
                <a:spcPts val="0"/>
              </a:spcAft>
              <a:buClr>
                <a:schemeClr val="dk1"/>
              </a:buClr>
              <a:buSzPts val="2000"/>
              <a:buChar char="•"/>
              <a:defRPr sz="2000"/>
            </a:lvl9pPr>
          </a:lstStyle>
          <a:p>
            <a:endParaRPr/>
          </a:p>
        </p:txBody>
      </p:sp>
      <p:sp>
        <p:nvSpPr>
          <p:cNvPr id="57" name="Google Shape;57;p9"/>
          <p:cNvSpPr txBox="1">
            <a:spLocks noGrp="1"/>
          </p:cNvSpPr>
          <p:nvPr>
            <p:ph type="body" idx="2"/>
          </p:nvPr>
        </p:nvSpPr>
        <p:spPr>
          <a:xfrm>
            <a:off x="457200" y="1435100"/>
            <a:ext cx="3008313" cy="4691063"/>
          </a:xfrm>
          <a:prstGeom prst="rect">
            <a:avLst/>
          </a:prstGeom>
          <a:noFill/>
          <a:ln>
            <a:noFill/>
          </a:ln>
        </p:spPr>
        <p:txBody>
          <a:bodyPr spcFirstLastPara="1" wrap="square" lIns="91425" tIns="45700" rIns="91425" bIns="45700" anchor="t" anchorCtr="0">
            <a:normAutofit/>
          </a:bodyPr>
          <a:lstStyle>
            <a:lvl1pPr marL="457200" lvl="0" indent="-228600" algn="l">
              <a:spcBef>
                <a:spcPts val="280"/>
              </a:spcBef>
              <a:spcAft>
                <a:spcPts val="0"/>
              </a:spcAft>
              <a:buClr>
                <a:schemeClr val="dk1"/>
              </a:buClr>
              <a:buSzPts val="1400"/>
              <a:buNone/>
              <a:defRPr sz="1400"/>
            </a:lvl1pPr>
            <a:lvl2pPr marL="914400" lvl="1" indent="-228600" algn="l">
              <a:spcBef>
                <a:spcPts val="240"/>
              </a:spcBef>
              <a:spcAft>
                <a:spcPts val="0"/>
              </a:spcAft>
              <a:buClr>
                <a:schemeClr val="dk1"/>
              </a:buClr>
              <a:buSzPts val="1200"/>
              <a:buNone/>
              <a:defRPr sz="1200"/>
            </a:lvl2pPr>
            <a:lvl3pPr marL="1371600" lvl="2" indent="-228600" algn="l">
              <a:spcBef>
                <a:spcPts val="200"/>
              </a:spcBef>
              <a:spcAft>
                <a:spcPts val="0"/>
              </a:spcAft>
              <a:buClr>
                <a:schemeClr val="dk1"/>
              </a:buClr>
              <a:buSzPts val="1000"/>
              <a:buNone/>
              <a:defRPr sz="1000"/>
            </a:lvl3pPr>
            <a:lvl4pPr marL="1828800" lvl="3" indent="-228600" algn="l">
              <a:spcBef>
                <a:spcPts val="180"/>
              </a:spcBef>
              <a:spcAft>
                <a:spcPts val="0"/>
              </a:spcAft>
              <a:buClr>
                <a:schemeClr val="dk1"/>
              </a:buClr>
              <a:buSzPts val="900"/>
              <a:buNone/>
              <a:defRPr sz="900"/>
            </a:lvl4pPr>
            <a:lvl5pPr marL="2286000" lvl="4" indent="-228600" algn="l">
              <a:spcBef>
                <a:spcPts val="180"/>
              </a:spcBef>
              <a:spcAft>
                <a:spcPts val="0"/>
              </a:spcAft>
              <a:buClr>
                <a:schemeClr val="dk1"/>
              </a:buClr>
              <a:buSzPts val="900"/>
              <a:buNone/>
              <a:defRPr sz="900"/>
            </a:lvl5pPr>
            <a:lvl6pPr marL="2743200" lvl="5" indent="-228600" algn="l">
              <a:spcBef>
                <a:spcPts val="180"/>
              </a:spcBef>
              <a:spcAft>
                <a:spcPts val="0"/>
              </a:spcAft>
              <a:buClr>
                <a:schemeClr val="dk1"/>
              </a:buClr>
              <a:buSzPts val="900"/>
              <a:buNone/>
              <a:defRPr sz="900"/>
            </a:lvl6pPr>
            <a:lvl7pPr marL="3200400" lvl="6" indent="-228600" algn="l">
              <a:spcBef>
                <a:spcPts val="180"/>
              </a:spcBef>
              <a:spcAft>
                <a:spcPts val="0"/>
              </a:spcAft>
              <a:buClr>
                <a:schemeClr val="dk1"/>
              </a:buClr>
              <a:buSzPts val="900"/>
              <a:buNone/>
              <a:defRPr sz="900"/>
            </a:lvl7pPr>
            <a:lvl8pPr marL="3657600" lvl="7" indent="-228600" algn="l">
              <a:spcBef>
                <a:spcPts val="180"/>
              </a:spcBef>
              <a:spcAft>
                <a:spcPts val="0"/>
              </a:spcAft>
              <a:buClr>
                <a:schemeClr val="dk1"/>
              </a:buClr>
              <a:buSzPts val="900"/>
              <a:buNone/>
              <a:defRPr sz="900"/>
            </a:lvl8pPr>
            <a:lvl9pPr marL="4114800" lvl="8" indent="-228600" algn="l">
              <a:spcBef>
                <a:spcPts val="180"/>
              </a:spcBef>
              <a:spcAft>
                <a:spcPts val="0"/>
              </a:spcAft>
              <a:buClr>
                <a:schemeClr val="dk1"/>
              </a:buClr>
              <a:buSzPts val="900"/>
              <a:buNone/>
              <a:defRPr sz="900"/>
            </a:lvl9pPr>
          </a:lstStyle>
          <a:p>
            <a:endParaRPr/>
          </a:p>
        </p:txBody>
      </p:sp>
      <p:sp>
        <p:nvSpPr>
          <p:cNvPr id="58" name="Google Shape;58;p9"/>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9" name="Google Shape;59;p9"/>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0" name="Google Shape;60;p9"/>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‹Nr.›</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61"/>
        <p:cNvGrpSpPr/>
        <p:nvPr/>
      </p:nvGrpSpPr>
      <p:grpSpPr>
        <a:xfrm>
          <a:off x="0" y="0"/>
          <a:ext cx="0" cy="0"/>
          <a:chOff x="0" y="0"/>
          <a:chExt cx="0" cy="0"/>
        </a:xfrm>
      </p:grpSpPr>
      <p:sp>
        <p:nvSpPr>
          <p:cNvPr id="62" name="Google Shape;62;p10"/>
          <p:cNvSpPr txBox="1">
            <a:spLocks noGrp="1"/>
          </p:cNvSpPr>
          <p:nvPr>
            <p:ph type="title"/>
          </p:nvPr>
        </p:nvSpPr>
        <p:spPr>
          <a:xfrm>
            <a:off x="1792288" y="4800600"/>
            <a:ext cx="5486400" cy="566738"/>
          </a:xfrm>
          <a:prstGeom prst="rect">
            <a:avLst/>
          </a:prstGeom>
          <a:noFill/>
          <a:ln>
            <a:noFill/>
          </a:ln>
        </p:spPr>
        <p:txBody>
          <a:bodyPr spcFirstLastPara="1" wrap="square" lIns="91425" tIns="45700" rIns="91425" bIns="45700" anchor="b" anchorCtr="0">
            <a:normAutofit/>
          </a:bodyPr>
          <a:lstStyle>
            <a:lvl1pPr lvl="0" algn="l">
              <a:spcBef>
                <a:spcPts val="0"/>
              </a:spcBef>
              <a:spcAft>
                <a:spcPts val="0"/>
              </a:spcAft>
              <a:buClr>
                <a:schemeClr val="dk1"/>
              </a:buClr>
              <a:buSzPts val="2000"/>
              <a:buFont typeface="Calibri"/>
              <a:buNone/>
              <a:defRPr sz="2000" b="1"/>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63" name="Google Shape;63;p10"/>
          <p:cNvSpPr>
            <a:spLocks noGrp="1"/>
          </p:cNvSpPr>
          <p:nvPr>
            <p:ph type="pic" idx="2"/>
          </p:nvPr>
        </p:nvSpPr>
        <p:spPr>
          <a:xfrm>
            <a:off x="1792288" y="612775"/>
            <a:ext cx="5486400" cy="4114800"/>
          </a:xfrm>
          <a:prstGeom prst="rect">
            <a:avLst/>
          </a:prstGeom>
          <a:noFill/>
          <a:ln>
            <a:noFill/>
          </a:ln>
        </p:spPr>
      </p:sp>
      <p:sp>
        <p:nvSpPr>
          <p:cNvPr id="64" name="Google Shape;64;p10"/>
          <p:cNvSpPr txBox="1">
            <a:spLocks noGrp="1"/>
          </p:cNvSpPr>
          <p:nvPr>
            <p:ph type="body" idx="1"/>
          </p:nvPr>
        </p:nvSpPr>
        <p:spPr>
          <a:xfrm>
            <a:off x="1792288" y="5367338"/>
            <a:ext cx="5486400" cy="804862"/>
          </a:xfrm>
          <a:prstGeom prst="rect">
            <a:avLst/>
          </a:prstGeom>
          <a:noFill/>
          <a:ln>
            <a:noFill/>
          </a:ln>
        </p:spPr>
        <p:txBody>
          <a:bodyPr spcFirstLastPara="1" wrap="square" lIns="91425" tIns="45700" rIns="91425" bIns="45700" anchor="t" anchorCtr="0">
            <a:normAutofit/>
          </a:bodyPr>
          <a:lstStyle>
            <a:lvl1pPr marL="457200" lvl="0" indent="-228600" algn="l">
              <a:spcBef>
                <a:spcPts val="280"/>
              </a:spcBef>
              <a:spcAft>
                <a:spcPts val="0"/>
              </a:spcAft>
              <a:buClr>
                <a:schemeClr val="dk1"/>
              </a:buClr>
              <a:buSzPts val="1400"/>
              <a:buNone/>
              <a:defRPr sz="1400"/>
            </a:lvl1pPr>
            <a:lvl2pPr marL="914400" lvl="1" indent="-228600" algn="l">
              <a:spcBef>
                <a:spcPts val="240"/>
              </a:spcBef>
              <a:spcAft>
                <a:spcPts val="0"/>
              </a:spcAft>
              <a:buClr>
                <a:schemeClr val="dk1"/>
              </a:buClr>
              <a:buSzPts val="1200"/>
              <a:buNone/>
              <a:defRPr sz="1200"/>
            </a:lvl2pPr>
            <a:lvl3pPr marL="1371600" lvl="2" indent="-228600" algn="l">
              <a:spcBef>
                <a:spcPts val="200"/>
              </a:spcBef>
              <a:spcAft>
                <a:spcPts val="0"/>
              </a:spcAft>
              <a:buClr>
                <a:schemeClr val="dk1"/>
              </a:buClr>
              <a:buSzPts val="1000"/>
              <a:buNone/>
              <a:defRPr sz="1000"/>
            </a:lvl3pPr>
            <a:lvl4pPr marL="1828800" lvl="3" indent="-228600" algn="l">
              <a:spcBef>
                <a:spcPts val="180"/>
              </a:spcBef>
              <a:spcAft>
                <a:spcPts val="0"/>
              </a:spcAft>
              <a:buClr>
                <a:schemeClr val="dk1"/>
              </a:buClr>
              <a:buSzPts val="900"/>
              <a:buNone/>
              <a:defRPr sz="900"/>
            </a:lvl4pPr>
            <a:lvl5pPr marL="2286000" lvl="4" indent="-228600" algn="l">
              <a:spcBef>
                <a:spcPts val="180"/>
              </a:spcBef>
              <a:spcAft>
                <a:spcPts val="0"/>
              </a:spcAft>
              <a:buClr>
                <a:schemeClr val="dk1"/>
              </a:buClr>
              <a:buSzPts val="900"/>
              <a:buNone/>
              <a:defRPr sz="900"/>
            </a:lvl5pPr>
            <a:lvl6pPr marL="2743200" lvl="5" indent="-228600" algn="l">
              <a:spcBef>
                <a:spcPts val="180"/>
              </a:spcBef>
              <a:spcAft>
                <a:spcPts val="0"/>
              </a:spcAft>
              <a:buClr>
                <a:schemeClr val="dk1"/>
              </a:buClr>
              <a:buSzPts val="900"/>
              <a:buNone/>
              <a:defRPr sz="900"/>
            </a:lvl6pPr>
            <a:lvl7pPr marL="3200400" lvl="6" indent="-228600" algn="l">
              <a:spcBef>
                <a:spcPts val="180"/>
              </a:spcBef>
              <a:spcAft>
                <a:spcPts val="0"/>
              </a:spcAft>
              <a:buClr>
                <a:schemeClr val="dk1"/>
              </a:buClr>
              <a:buSzPts val="900"/>
              <a:buNone/>
              <a:defRPr sz="900"/>
            </a:lvl7pPr>
            <a:lvl8pPr marL="3657600" lvl="7" indent="-228600" algn="l">
              <a:spcBef>
                <a:spcPts val="180"/>
              </a:spcBef>
              <a:spcAft>
                <a:spcPts val="0"/>
              </a:spcAft>
              <a:buClr>
                <a:schemeClr val="dk1"/>
              </a:buClr>
              <a:buSzPts val="900"/>
              <a:buNone/>
              <a:defRPr sz="900"/>
            </a:lvl8pPr>
            <a:lvl9pPr marL="4114800" lvl="8" indent="-228600" algn="l">
              <a:spcBef>
                <a:spcPts val="180"/>
              </a:spcBef>
              <a:spcAft>
                <a:spcPts val="0"/>
              </a:spcAft>
              <a:buClr>
                <a:schemeClr val="dk1"/>
              </a:buClr>
              <a:buSzPts val="900"/>
              <a:buNone/>
              <a:defRPr sz="900"/>
            </a:lvl9pPr>
          </a:lstStyle>
          <a:p>
            <a:endParaRPr/>
          </a:p>
        </p:txBody>
      </p:sp>
      <p:sp>
        <p:nvSpPr>
          <p:cNvPr id="65" name="Google Shape;65;p10"/>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6" name="Google Shape;66;p10"/>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7" name="Google Shape;67;p10"/>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‹Nr.›</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68"/>
        <p:cNvGrpSpPr/>
        <p:nvPr/>
      </p:nvGrpSpPr>
      <p:grpSpPr>
        <a:xfrm>
          <a:off x="0" y="0"/>
          <a:ext cx="0" cy="0"/>
          <a:chOff x="0" y="0"/>
          <a:chExt cx="0" cy="0"/>
        </a:xfrm>
      </p:grpSpPr>
      <p:sp>
        <p:nvSpPr>
          <p:cNvPr id="69" name="Google Shape;69;p11"/>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70" name="Google Shape;70;p11"/>
          <p:cNvSpPr txBox="1">
            <a:spLocks noGrp="1"/>
          </p:cNvSpPr>
          <p:nvPr>
            <p:ph type="body" idx="1"/>
          </p:nvPr>
        </p:nvSpPr>
        <p:spPr>
          <a:xfrm rot="5400000">
            <a:off x="2309019" y="-251618"/>
            <a:ext cx="4525963" cy="8229600"/>
          </a:xfrm>
          <a:prstGeom prst="rect">
            <a:avLst/>
          </a:prstGeom>
          <a:noFill/>
          <a:ln>
            <a:noFill/>
          </a:ln>
        </p:spPr>
        <p:txBody>
          <a:bodyPr spcFirstLastPara="1" wrap="square" lIns="91425" tIns="45700" rIns="91425" bIns="45700" anchor="t" anchorCtr="0">
            <a:normAutofit/>
          </a:bodyPr>
          <a:lstStyle>
            <a:lvl1pPr marL="457200" lvl="0" indent="-342900" algn="l">
              <a:spcBef>
                <a:spcPts val="360"/>
              </a:spcBef>
              <a:spcAft>
                <a:spcPts val="0"/>
              </a:spcAft>
              <a:buClr>
                <a:schemeClr val="dk1"/>
              </a:buClr>
              <a:buSzPts val="1800"/>
              <a:buChar char="•"/>
              <a:defRPr/>
            </a:lvl1pPr>
            <a:lvl2pPr marL="914400" lvl="1" indent="-342900" algn="l">
              <a:spcBef>
                <a:spcPts val="360"/>
              </a:spcBef>
              <a:spcAft>
                <a:spcPts val="0"/>
              </a:spcAft>
              <a:buClr>
                <a:schemeClr val="dk1"/>
              </a:buClr>
              <a:buSzPts val="1800"/>
              <a:buChar char="–"/>
              <a:defRPr/>
            </a:lvl2pPr>
            <a:lvl3pPr marL="1371600" lvl="2" indent="-342900" algn="l">
              <a:spcBef>
                <a:spcPts val="360"/>
              </a:spcBef>
              <a:spcAft>
                <a:spcPts val="0"/>
              </a:spcAft>
              <a:buClr>
                <a:schemeClr val="dk1"/>
              </a:buClr>
              <a:buSzPts val="1800"/>
              <a:buChar char="•"/>
              <a:defRPr/>
            </a:lvl3pPr>
            <a:lvl4pPr marL="1828800" lvl="3" indent="-342900" algn="l">
              <a:spcBef>
                <a:spcPts val="360"/>
              </a:spcBef>
              <a:spcAft>
                <a:spcPts val="0"/>
              </a:spcAft>
              <a:buClr>
                <a:schemeClr val="dk1"/>
              </a:buClr>
              <a:buSzPts val="1800"/>
              <a:buChar char="–"/>
              <a:defRPr/>
            </a:lvl4pPr>
            <a:lvl5pPr marL="2286000" lvl="4" indent="-342900" algn="l">
              <a:spcBef>
                <a:spcPts val="360"/>
              </a:spcBef>
              <a:spcAft>
                <a:spcPts val="0"/>
              </a:spcAft>
              <a:buClr>
                <a:schemeClr val="dk1"/>
              </a:buClr>
              <a:buSzPts val="1800"/>
              <a:buChar char="»"/>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
        <p:nvSpPr>
          <p:cNvPr id="71" name="Google Shape;71;p11"/>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2" name="Google Shape;72;p11"/>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3" name="Google Shape;73;p11"/>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‹Nr.›</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_TITLE_AND_VERTICAL_TEXT">
    <p:spTree>
      <p:nvGrpSpPr>
        <p:cNvPr id="1" name="Shape 74"/>
        <p:cNvGrpSpPr/>
        <p:nvPr/>
      </p:nvGrpSpPr>
      <p:grpSpPr>
        <a:xfrm>
          <a:off x="0" y="0"/>
          <a:ext cx="0" cy="0"/>
          <a:chOff x="0" y="0"/>
          <a:chExt cx="0" cy="0"/>
        </a:xfrm>
      </p:grpSpPr>
      <p:sp>
        <p:nvSpPr>
          <p:cNvPr id="75" name="Google Shape;75;p12"/>
          <p:cNvSpPr txBox="1">
            <a:spLocks noGrp="1"/>
          </p:cNvSpPr>
          <p:nvPr>
            <p:ph type="title"/>
          </p:nvPr>
        </p:nvSpPr>
        <p:spPr>
          <a:xfrm rot="5400000">
            <a:off x="4732338" y="2171701"/>
            <a:ext cx="5851525" cy="2057400"/>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76" name="Google Shape;76;p12"/>
          <p:cNvSpPr txBox="1">
            <a:spLocks noGrp="1"/>
          </p:cNvSpPr>
          <p:nvPr>
            <p:ph type="body" idx="1"/>
          </p:nvPr>
        </p:nvSpPr>
        <p:spPr>
          <a:xfrm rot="5400000">
            <a:off x="541338" y="190500"/>
            <a:ext cx="5851525" cy="6019800"/>
          </a:xfrm>
          <a:prstGeom prst="rect">
            <a:avLst/>
          </a:prstGeom>
          <a:noFill/>
          <a:ln>
            <a:noFill/>
          </a:ln>
        </p:spPr>
        <p:txBody>
          <a:bodyPr spcFirstLastPara="1" wrap="square" lIns="91425" tIns="45700" rIns="91425" bIns="45700" anchor="t" anchorCtr="0">
            <a:normAutofit/>
          </a:bodyPr>
          <a:lstStyle>
            <a:lvl1pPr marL="457200" lvl="0" indent="-342900" algn="l">
              <a:spcBef>
                <a:spcPts val="360"/>
              </a:spcBef>
              <a:spcAft>
                <a:spcPts val="0"/>
              </a:spcAft>
              <a:buClr>
                <a:schemeClr val="dk1"/>
              </a:buClr>
              <a:buSzPts val="1800"/>
              <a:buChar char="•"/>
              <a:defRPr/>
            </a:lvl1pPr>
            <a:lvl2pPr marL="914400" lvl="1" indent="-342900" algn="l">
              <a:spcBef>
                <a:spcPts val="360"/>
              </a:spcBef>
              <a:spcAft>
                <a:spcPts val="0"/>
              </a:spcAft>
              <a:buClr>
                <a:schemeClr val="dk1"/>
              </a:buClr>
              <a:buSzPts val="1800"/>
              <a:buChar char="–"/>
              <a:defRPr/>
            </a:lvl2pPr>
            <a:lvl3pPr marL="1371600" lvl="2" indent="-342900" algn="l">
              <a:spcBef>
                <a:spcPts val="360"/>
              </a:spcBef>
              <a:spcAft>
                <a:spcPts val="0"/>
              </a:spcAft>
              <a:buClr>
                <a:schemeClr val="dk1"/>
              </a:buClr>
              <a:buSzPts val="1800"/>
              <a:buChar char="•"/>
              <a:defRPr/>
            </a:lvl3pPr>
            <a:lvl4pPr marL="1828800" lvl="3" indent="-342900" algn="l">
              <a:spcBef>
                <a:spcPts val="360"/>
              </a:spcBef>
              <a:spcAft>
                <a:spcPts val="0"/>
              </a:spcAft>
              <a:buClr>
                <a:schemeClr val="dk1"/>
              </a:buClr>
              <a:buSzPts val="1800"/>
              <a:buChar char="–"/>
              <a:defRPr/>
            </a:lvl4pPr>
            <a:lvl5pPr marL="2286000" lvl="4" indent="-342900" algn="l">
              <a:spcBef>
                <a:spcPts val="360"/>
              </a:spcBef>
              <a:spcAft>
                <a:spcPts val="0"/>
              </a:spcAft>
              <a:buClr>
                <a:schemeClr val="dk1"/>
              </a:buClr>
              <a:buSzPts val="1800"/>
              <a:buChar char="»"/>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
        <p:nvSpPr>
          <p:cNvPr id="77" name="Google Shape;77;p12"/>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8" name="Google Shape;78;p12"/>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9" name="Google Shape;79;p12"/>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‹Nr.›</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lvl1pPr marR="0" lvl="0" algn="ctr" rtl="0">
              <a:spcBef>
                <a:spcPts val="0"/>
              </a:spcBef>
              <a:spcAft>
                <a:spcPts val="0"/>
              </a:spcAft>
              <a:buClr>
                <a:schemeClr val="dk1"/>
              </a:buClr>
              <a:buSzPts val="4400"/>
              <a:buFont typeface="Calibri"/>
              <a:buNone/>
              <a:defRPr sz="4400" b="0" i="0" u="none" strike="noStrike" cap="non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7" name="Google Shape;7;p1"/>
          <p:cNvSpPr txBox="1">
            <a:spLocks noGrp="1"/>
          </p:cNvSpPr>
          <p:nvPr>
            <p:ph type="body" idx="1"/>
          </p:nvPr>
        </p:nvSpPr>
        <p:spPr>
          <a:xfrm>
            <a:off x="457200" y="1600200"/>
            <a:ext cx="8229600" cy="4525963"/>
          </a:xfrm>
          <a:prstGeom prst="rect">
            <a:avLst/>
          </a:prstGeom>
          <a:noFill/>
          <a:ln>
            <a:noFill/>
          </a:ln>
        </p:spPr>
        <p:txBody>
          <a:bodyPr spcFirstLastPara="1" wrap="square" lIns="91425" tIns="45700" rIns="91425" bIns="45700" anchor="t" anchorCtr="0">
            <a:normAutofit/>
          </a:bodyPr>
          <a:lstStyle>
            <a:lvl1pPr marL="457200" marR="0" lvl="0" indent="-431800" algn="l" rtl="0">
              <a:spcBef>
                <a:spcPts val="640"/>
              </a:spcBef>
              <a:spcAft>
                <a:spcPts val="0"/>
              </a:spcAft>
              <a:buClr>
                <a:schemeClr val="dk1"/>
              </a:buClr>
              <a:buSzPts val="3200"/>
              <a:buFont typeface="Arial"/>
              <a:buChar char="•"/>
              <a:defRPr sz="3200" b="0" i="0" u="none" strike="noStrike" cap="none">
                <a:solidFill>
                  <a:schemeClr val="dk1"/>
                </a:solidFill>
                <a:latin typeface="Calibri"/>
                <a:ea typeface="Calibri"/>
                <a:cs typeface="Calibri"/>
                <a:sym typeface="Calibri"/>
              </a:defRPr>
            </a:lvl1pPr>
            <a:lvl2pPr marL="914400" marR="0" lvl="1" indent="-406400" algn="l" rtl="0">
              <a:spcBef>
                <a:spcPts val="560"/>
              </a:spcBef>
              <a:spcAft>
                <a:spcPts val="0"/>
              </a:spcAft>
              <a:buClr>
                <a:schemeClr val="dk1"/>
              </a:buClr>
              <a:buSzPts val="2800"/>
              <a:buFont typeface="Arial"/>
              <a:buChar char="–"/>
              <a:defRPr sz="2800" b="0" i="0" u="none" strike="noStrike" cap="none">
                <a:solidFill>
                  <a:schemeClr val="dk1"/>
                </a:solidFill>
                <a:latin typeface="Calibri"/>
                <a:ea typeface="Calibri"/>
                <a:cs typeface="Calibri"/>
                <a:sym typeface="Calibri"/>
              </a:defRPr>
            </a:lvl2pPr>
            <a:lvl3pPr marL="1371600" marR="0" lvl="2" indent="-381000" algn="l" rtl="0">
              <a:spcBef>
                <a:spcPts val="48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3pPr>
            <a:lvl4pPr marL="1828800" marR="0" lvl="3"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4pPr>
            <a:lvl5pPr marL="2286000" marR="0" lvl="4"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5pPr>
            <a:lvl6pPr marL="2743200" marR="0" lvl="5"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6pPr>
            <a:lvl7pPr marL="3200400" marR="0" lvl="6"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7pPr>
            <a:lvl8pPr marL="3657600" marR="0" lvl="7"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8pPr>
            <a:lvl9pPr marL="4114800" marR="0" lvl="8"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9pPr>
          </a:lstStyle>
          <a:p>
            <a:endParaRPr/>
          </a:p>
        </p:txBody>
      </p:sp>
      <p:sp>
        <p:nvSpPr>
          <p:cNvPr id="8" name="Google Shape;8;p1"/>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marR="0" lvl="0" algn="l" rtl="0">
              <a:spcBef>
                <a:spcPts val="0"/>
              </a:spcBef>
              <a:spcAft>
                <a:spcPts val="0"/>
              </a:spcAft>
              <a:buSzPts val="1400"/>
              <a:buNone/>
              <a:defRPr sz="12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9" name="Google Shape;9;p1"/>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marR="0" lvl="0" algn="ctr" rtl="0">
              <a:spcBef>
                <a:spcPts val="0"/>
              </a:spcBef>
              <a:spcAft>
                <a:spcPts val="0"/>
              </a:spcAft>
              <a:buSzPts val="1400"/>
              <a:buNone/>
              <a:defRPr sz="12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10" name="Google Shape;10;p1"/>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buNone/>
              <a:defRPr sz="1200" b="0" i="0" u="none" strike="noStrike" cap="none">
                <a:solidFill>
                  <a:srgbClr val="888888"/>
                </a:solidFill>
                <a:latin typeface="Calibri"/>
                <a:ea typeface="Calibri"/>
                <a:cs typeface="Calibri"/>
                <a:sym typeface="Calibri"/>
              </a:defRPr>
            </a:lvl1pPr>
            <a:lvl2pPr marL="0" marR="0" lvl="1" indent="0" algn="r" rtl="0">
              <a:spcBef>
                <a:spcPts val="0"/>
              </a:spcBef>
              <a:buNone/>
              <a:defRPr sz="1200" b="0" i="0" u="none" strike="noStrike" cap="none">
                <a:solidFill>
                  <a:srgbClr val="888888"/>
                </a:solidFill>
                <a:latin typeface="Calibri"/>
                <a:ea typeface="Calibri"/>
                <a:cs typeface="Calibri"/>
                <a:sym typeface="Calibri"/>
              </a:defRPr>
            </a:lvl2pPr>
            <a:lvl3pPr marL="0" marR="0" lvl="2" indent="0" algn="r" rtl="0">
              <a:spcBef>
                <a:spcPts val="0"/>
              </a:spcBef>
              <a:buNone/>
              <a:defRPr sz="1200" b="0" i="0" u="none" strike="noStrike" cap="none">
                <a:solidFill>
                  <a:srgbClr val="888888"/>
                </a:solidFill>
                <a:latin typeface="Calibri"/>
                <a:ea typeface="Calibri"/>
                <a:cs typeface="Calibri"/>
                <a:sym typeface="Calibri"/>
              </a:defRPr>
            </a:lvl3pPr>
            <a:lvl4pPr marL="0" marR="0" lvl="3" indent="0" algn="r" rtl="0">
              <a:spcBef>
                <a:spcPts val="0"/>
              </a:spcBef>
              <a:buNone/>
              <a:defRPr sz="1200" b="0" i="0" u="none" strike="noStrike" cap="none">
                <a:solidFill>
                  <a:srgbClr val="888888"/>
                </a:solidFill>
                <a:latin typeface="Calibri"/>
                <a:ea typeface="Calibri"/>
                <a:cs typeface="Calibri"/>
                <a:sym typeface="Calibri"/>
              </a:defRPr>
            </a:lvl4pPr>
            <a:lvl5pPr marL="0" marR="0" lvl="4" indent="0" algn="r" rtl="0">
              <a:spcBef>
                <a:spcPts val="0"/>
              </a:spcBef>
              <a:buNone/>
              <a:defRPr sz="1200" b="0" i="0" u="none" strike="noStrike" cap="none">
                <a:solidFill>
                  <a:srgbClr val="888888"/>
                </a:solidFill>
                <a:latin typeface="Calibri"/>
                <a:ea typeface="Calibri"/>
                <a:cs typeface="Calibri"/>
                <a:sym typeface="Calibri"/>
              </a:defRPr>
            </a:lvl5pPr>
            <a:lvl6pPr marL="0" marR="0" lvl="5" indent="0" algn="r" rtl="0">
              <a:spcBef>
                <a:spcPts val="0"/>
              </a:spcBef>
              <a:buNone/>
              <a:defRPr sz="1200" b="0" i="0" u="none" strike="noStrike" cap="none">
                <a:solidFill>
                  <a:srgbClr val="888888"/>
                </a:solidFill>
                <a:latin typeface="Calibri"/>
                <a:ea typeface="Calibri"/>
                <a:cs typeface="Calibri"/>
                <a:sym typeface="Calibri"/>
              </a:defRPr>
            </a:lvl6pPr>
            <a:lvl7pPr marL="0" marR="0" lvl="6" indent="0" algn="r" rtl="0">
              <a:spcBef>
                <a:spcPts val="0"/>
              </a:spcBef>
              <a:buNone/>
              <a:defRPr sz="1200" b="0" i="0" u="none" strike="noStrike" cap="none">
                <a:solidFill>
                  <a:srgbClr val="888888"/>
                </a:solidFill>
                <a:latin typeface="Calibri"/>
                <a:ea typeface="Calibri"/>
                <a:cs typeface="Calibri"/>
                <a:sym typeface="Calibri"/>
              </a:defRPr>
            </a:lvl7pPr>
            <a:lvl8pPr marL="0" marR="0" lvl="7" indent="0" algn="r" rtl="0">
              <a:spcBef>
                <a:spcPts val="0"/>
              </a:spcBef>
              <a:buNone/>
              <a:defRPr sz="1200" b="0" i="0" u="none" strike="noStrike" cap="none">
                <a:solidFill>
                  <a:srgbClr val="888888"/>
                </a:solidFill>
                <a:latin typeface="Calibri"/>
                <a:ea typeface="Calibri"/>
                <a:cs typeface="Calibri"/>
                <a:sym typeface="Calibri"/>
              </a:defRPr>
            </a:lvl8pPr>
            <a:lvl9pPr marL="0" marR="0" lvl="8" indent="0" algn="r" rtl="0">
              <a:spcBef>
                <a:spcPts val="0"/>
              </a:spcBef>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‹Nr.›</a:t>
            </a:fld>
            <a:endParaRPr/>
          </a:p>
        </p:txBody>
      </p:sp>
    </p:spTree>
  </p:cSld>
  <p:clrMap bg1="lt1" tx1="dk1" bg2="dk2" tx2="lt2" accent1="accent1" accent2="accent2" accent3="accent3" accent4="accent4" accent5="accent5" accent6="accent6" hlink="hlink" folHlink="fol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xml"/><Relationship Id="rId1" Type="http://schemas.openxmlformats.org/officeDocument/2006/relationships/slideLayout" Target="../slideLayouts/slideLayout1.xml"/><Relationship Id="rId5" Type="http://schemas.openxmlformats.org/officeDocument/2006/relationships/image" Target="../media/image4.png"/><Relationship Id="rId4" Type="http://schemas.openxmlformats.org/officeDocument/2006/relationships/image" Target="../media/image3.png"/></Relationships>
</file>

<file path=ppt/slides/_rels/slide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xml"/><Relationship Id="rId1" Type="http://schemas.openxmlformats.org/officeDocument/2006/relationships/slideLayout" Target="../slideLayouts/slideLayout1.xml"/><Relationship Id="rId6" Type="http://schemas.openxmlformats.org/officeDocument/2006/relationships/image" Target="../media/image7.png"/><Relationship Id="rId5" Type="http://schemas.openxmlformats.org/officeDocument/2006/relationships/image" Target="../media/image6.png"/><Relationship Id="rId4" Type="http://schemas.openxmlformats.org/officeDocument/2006/relationships/image" Target="../media/image5.png"/></Relationships>
</file>

<file path=ppt/slides/_rels/slide4.xml.rels><?xml version="1.0" encoding="UTF-8" standalone="yes"?>
<Relationships xmlns="http://schemas.openxmlformats.org/package/2006/relationships"><Relationship Id="rId3" Type="http://schemas.openxmlformats.org/officeDocument/2006/relationships/image" Target="../media/image2.png"/><Relationship Id="rId7" Type="http://schemas.openxmlformats.org/officeDocument/2006/relationships/image" Target="../media/image11.png"/><Relationship Id="rId2" Type="http://schemas.openxmlformats.org/officeDocument/2006/relationships/notesSlide" Target="../notesSlides/notesSlide4.xml"/><Relationship Id="rId1" Type="http://schemas.openxmlformats.org/officeDocument/2006/relationships/slideLayout" Target="../slideLayouts/slideLayout1.xml"/><Relationship Id="rId6" Type="http://schemas.openxmlformats.org/officeDocument/2006/relationships/image" Target="../media/image10.png"/><Relationship Id="rId5" Type="http://schemas.openxmlformats.org/officeDocument/2006/relationships/image" Target="../media/image9.png"/><Relationship Id="rId4" Type="http://schemas.openxmlformats.org/officeDocument/2006/relationships/image" Target="../media/image8.png"/></Relationships>
</file>

<file path=ppt/slides/_rels/slide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7.xml"/><Relationship Id="rId1" Type="http://schemas.openxmlformats.org/officeDocument/2006/relationships/slideLayout" Target="../slideLayouts/slideLayout1.xml"/><Relationship Id="rId4" Type="http://schemas.openxmlformats.org/officeDocument/2006/relationships/image" Target="../media/image13.png"/></Relationships>
</file>

<file path=ppt/slides/_rels/slide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8.xml"/><Relationship Id="rId1" Type="http://schemas.openxmlformats.org/officeDocument/2006/relationships/slideLayout" Target="../slideLayouts/slideLayout1.xml"/><Relationship Id="rId6" Type="http://schemas.openxmlformats.org/officeDocument/2006/relationships/image" Target="../media/image16.png"/><Relationship Id="rId5" Type="http://schemas.openxmlformats.org/officeDocument/2006/relationships/image" Target="../media/image15.png"/><Relationship Id="rId4" Type="http://schemas.openxmlformats.org/officeDocument/2006/relationships/image" Target="../media/image14.png"/></Relationships>
</file>

<file path=ppt/slides/_rels/slide9.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9.xml"/><Relationship Id="rId1" Type="http://schemas.openxmlformats.org/officeDocument/2006/relationships/slideLayout" Target="../slideLayouts/slideLayout1.xml"/><Relationship Id="rId5" Type="http://schemas.openxmlformats.org/officeDocument/2006/relationships/image" Target="../media/image18.png"/><Relationship Id="rId4" Type="http://schemas.openxmlformats.org/officeDocument/2006/relationships/image" Target="../media/image17.png"/></Relationships>
</file>

<file path=ppt/slides/_rels/slide10.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0.xml"/><Relationship Id="rId1" Type="http://schemas.openxmlformats.org/officeDocument/2006/relationships/slideLayout" Target="../slideLayouts/slideLayout1.xml"/><Relationship Id="rId4" Type="http://schemas.openxmlformats.org/officeDocument/2006/relationships/image" Target="../media/image19.png"/></Relationships>
</file>

<file path=ppt/slides/_rels/slide11.xml.rels><?xml version="1.0" encoding="UTF-8" standalone="yes"?>
<Relationships xmlns="http://schemas.openxmlformats.org/package/2006/relationships"><Relationship Id="rId8" Type="http://schemas.openxmlformats.org/officeDocument/2006/relationships/image" Target="../media/image24.png"/><Relationship Id="rId3" Type="http://schemas.openxmlformats.org/officeDocument/2006/relationships/image" Target="../media/image2.png"/><Relationship Id="rId7" Type="http://schemas.openxmlformats.org/officeDocument/2006/relationships/image" Target="../media/image23.png"/><Relationship Id="rId2" Type="http://schemas.openxmlformats.org/officeDocument/2006/relationships/notesSlide" Target="../notesSlides/notesSlide11.xml"/><Relationship Id="rId1" Type="http://schemas.openxmlformats.org/officeDocument/2006/relationships/slideLayout" Target="../slideLayouts/slideLayout1.xml"/><Relationship Id="rId6" Type="http://schemas.openxmlformats.org/officeDocument/2006/relationships/image" Target="../media/image22.png"/><Relationship Id="rId5" Type="http://schemas.openxmlformats.org/officeDocument/2006/relationships/image" Target="../media/image21.png"/><Relationship Id="rId4" Type="http://schemas.openxmlformats.org/officeDocument/2006/relationships/image" Target="../media/image20.png"/></Relationships>
</file>

<file path=ppt/slides/_rels/slide12.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12.xml"/><Relationship Id="rId1" Type="http://schemas.openxmlformats.org/officeDocument/2006/relationships/slideLayout" Target="../slideLayouts/slideLayout1.xml"/><Relationship Id="rId4" Type="http://schemas.openxmlformats.org/officeDocument/2006/relationships/image" Target="../media/image26.png"/></Relationships>
</file>

<file path=ppt/slides/_rels/slide13.xml.rels><?xml version="1.0" encoding="UTF-8" standalone="yes"?>
<Relationships xmlns="http://schemas.openxmlformats.org/package/2006/relationships"><Relationship Id="rId3" Type="http://schemas.openxmlformats.org/officeDocument/2006/relationships/image" Target="../media/image2.png"/><Relationship Id="rId7" Type="http://schemas.openxmlformats.org/officeDocument/2006/relationships/image" Target="../media/image30.png"/><Relationship Id="rId2" Type="http://schemas.openxmlformats.org/officeDocument/2006/relationships/notesSlide" Target="../notesSlides/notesSlide13.xml"/><Relationship Id="rId1" Type="http://schemas.openxmlformats.org/officeDocument/2006/relationships/slideLayout" Target="../slideLayouts/slideLayout1.xml"/><Relationship Id="rId6" Type="http://schemas.openxmlformats.org/officeDocument/2006/relationships/image" Target="../media/image29.png"/><Relationship Id="rId5" Type="http://schemas.openxmlformats.org/officeDocument/2006/relationships/image" Target="../media/image28.png"/><Relationship Id="rId4" Type="http://schemas.openxmlformats.org/officeDocument/2006/relationships/image" Target="../media/image27.png"/></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003366"/>
        </a:solidFill>
        <a:effectLst/>
      </p:bgPr>
    </p:bg>
    <p:spTree>
      <p:nvGrpSpPr>
        <p:cNvPr id="1" name="Shape 83"/>
        <p:cNvGrpSpPr/>
        <p:nvPr/>
      </p:nvGrpSpPr>
      <p:grpSpPr>
        <a:xfrm>
          <a:off x="0" y="0"/>
          <a:ext cx="0" cy="0"/>
          <a:chOff x="0" y="0"/>
          <a:chExt cx="0" cy="0"/>
        </a:xfrm>
      </p:grpSpPr>
      <p:pic>
        <p:nvPicPr>
          <p:cNvPr id="84" name="Google Shape;84;p13" descr="image.png"/>
          <p:cNvPicPr preferRelativeResize="0"/>
          <p:nvPr/>
        </p:nvPicPr>
        <p:blipFill rotWithShape="1">
          <a:blip r:embed="rId3">
            <a:alphaModFix/>
          </a:blip>
          <a:srcRect/>
          <a:stretch/>
        </p:blipFill>
        <p:spPr>
          <a:xfrm>
            <a:off x="0" y="0"/>
            <a:ext cx="12192000" cy="6858000"/>
          </a:xfrm>
          <a:prstGeom prst="rect">
            <a:avLst/>
          </a:prstGeom>
          <a:noFill/>
          <a:ln>
            <a:noFill/>
          </a:ln>
        </p:spPr>
      </p:pic>
      <p:sp>
        <p:nvSpPr>
          <p:cNvPr id="85" name="Google Shape;85;p13"/>
          <p:cNvSpPr txBox="1"/>
          <p:nvPr/>
        </p:nvSpPr>
        <p:spPr>
          <a:xfrm>
            <a:off x="2450544" y="2347912"/>
            <a:ext cx="7290911" cy="1041054"/>
          </a:xfrm>
          <a:prstGeom prst="rect">
            <a:avLst/>
          </a:prstGeom>
          <a:noFill/>
          <a:ln>
            <a:noFill/>
          </a:ln>
        </p:spPr>
        <p:txBody>
          <a:bodyPr spcFirstLastPara="1" wrap="square" lIns="0" tIns="0" rIns="0" bIns="0" anchor="t" anchorCtr="0">
            <a:spAutoFit/>
          </a:bodyPr>
          <a:lstStyle/>
          <a:p>
            <a:pPr marL="0" marR="0" lvl="0" indent="0" algn="ctr" rtl="0">
              <a:lnSpc>
                <a:spcPct val="110000"/>
              </a:lnSpc>
              <a:spcBef>
                <a:spcPts val="0"/>
              </a:spcBef>
              <a:spcAft>
                <a:spcPts val="0"/>
              </a:spcAft>
              <a:buNone/>
            </a:pPr>
            <a:r>
              <a:rPr lang="en-US" sz="6150" b="1" i="0" u="none" strike="noStrike" cap="none" dirty="0">
                <a:solidFill>
                  <a:srgbClr val="FFFFFF"/>
                </a:solidFill>
                <a:latin typeface="Merriweather"/>
                <a:ea typeface="Merriweather"/>
                <a:cs typeface="Merriweather"/>
                <a:sym typeface="Merriweather"/>
              </a:rPr>
              <a:t>AWK</a:t>
            </a:r>
            <a:endParaRPr dirty="0"/>
          </a:p>
        </p:txBody>
      </p:sp>
      <p:sp>
        <p:nvSpPr>
          <p:cNvPr id="86" name="Google Shape;86;p13"/>
          <p:cNvSpPr txBox="1"/>
          <p:nvPr/>
        </p:nvSpPr>
        <p:spPr>
          <a:xfrm>
            <a:off x="2690812" y="3397448"/>
            <a:ext cx="6810375" cy="1034129"/>
          </a:xfrm>
          <a:prstGeom prst="rect">
            <a:avLst/>
          </a:prstGeom>
          <a:noFill/>
          <a:ln>
            <a:noFill/>
          </a:ln>
        </p:spPr>
        <p:txBody>
          <a:bodyPr spcFirstLastPara="1" wrap="square" lIns="0" tIns="0" rIns="0" bIns="0" anchor="t" anchorCtr="0">
            <a:spAutoFit/>
          </a:bodyPr>
          <a:lstStyle/>
          <a:p>
            <a:pPr marL="0" marR="0" lvl="0" indent="0" algn="ctr" rtl="0">
              <a:lnSpc>
                <a:spcPct val="159952"/>
              </a:lnSpc>
              <a:spcBef>
                <a:spcPts val="0"/>
              </a:spcBef>
              <a:spcAft>
                <a:spcPts val="0"/>
              </a:spcAft>
              <a:buNone/>
            </a:pPr>
            <a:r>
              <a:rPr lang="en-US" sz="2100" b="0" i="0" u="none" strike="noStrike" cap="none" dirty="0">
                <a:solidFill>
                  <a:srgbClr val="CBD5E1"/>
                </a:solidFill>
                <a:latin typeface="DM Sans"/>
                <a:ea typeface="DM Sans"/>
                <a:cs typeface="DM Sans"/>
                <a:sym typeface="DM Sans"/>
              </a:rPr>
              <a:t>Die </a:t>
            </a:r>
            <a:r>
              <a:rPr lang="en-US" sz="2100" b="0" i="0" u="none" strike="noStrike" cap="none" dirty="0" err="1">
                <a:solidFill>
                  <a:srgbClr val="CBD5E1"/>
                </a:solidFill>
                <a:latin typeface="DM Sans"/>
                <a:ea typeface="DM Sans"/>
                <a:cs typeface="DM Sans"/>
                <a:sym typeface="DM Sans"/>
              </a:rPr>
              <a:t>ultimative</a:t>
            </a:r>
            <a:r>
              <a:rPr lang="en-US" sz="2100" b="0" i="0" u="none" strike="noStrike" cap="none" dirty="0">
                <a:solidFill>
                  <a:srgbClr val="CBD5E1"/>
                </a:solidFill>
                <a:latin typeface="DM Sans"/>
                <a:ea typeface="DM Sans"/>
                <a:cs typeface="DM Sans"/>
                <a:sym typeface="DM Sans"/>
              </a:rPr>
              <a:t> </a:t>
            </a:r>
            <a:r>
              <a:rPr lang="en-US" sz="2100" b="0" i="0" u="none" strike="noStrike" cap="none" dirty="0" err="1">
                <a:solidFill>
                  <a:srgbClr val="CBD5E1"/>
                </a:solidFill>
                <a:latin typeface="DM Sans"/>
                <a:ea typeface="DM Sans"/>
                <a:cs typeface="DM Sans"/>
                <a:sym typeface="DM Sans"/>
              </a:rPr>
              <a:t>Sprache</a:t>
            </a:r>
            <a:r>
              <a:rPr lang="en-US" sz="2100" b="0" i="0" u="none" strike="noStrike" cap="none" dirty="0">
                <a:solidFill>
                  <a:srgbClr val="CBD5E1"/>
                </a:solidFill>
                <a:latin typeface="DM Sans"/>
                <a:ea typeface="DM Sans"/>
                <a:cs typeface="DM Sans"/>
                <a:sym typeface="DM Sans"/>
              </a:rPr>
              <a:t> für Text- und </a:t>
            </a:r>
            <a:r>
              <a:rPr lang="en-US" sz="2100" b="0" i="0" u="none" strike="noStrike" cap="none" dirty="0" err="1">
                <a:solidFill>
                  <a:srgbClr val="CBD5E1"/>
                </a:solidFill>
                <a:latin typeface="DM Sans"/>
                <a:ea typeface="DM Sans"/>
                <a:cs typeface="DM Sans"/>
                <a:sym typeface="DM Sans"/>
              </a:rPr>
              <a:t>Datenverarbeitung</a:t>
            </a:r>
            <a:endParaRPr lang="en-US" sz="2100" b="0" i="0" u="none" strike="noStrike" cap="none" dirty="0">
              <a:solidFill>
                <a:srgbClr val="CBD5E1"/>
              </a:solidFill>
              <a:latin typeface="DM Sans"/>
              <a:ea typeface="DM Sans"/>
              <a:cs typeface="DM Sans"/>
              <a:sym typeface="DM Sans"/>
            </a:endParaRPr>
          </a:p>
        </p:txBody>
      </p:sp>
      <p:sp>
        <p:nvSpPr>
          <p:cNvPr id="87" name="Google Shape;87;p13"/>
          <p:cNvSpPr/>
          <p:nvPr/>
        </p:nvSpPr>
        <p:spPr>
          <a:xfrm>
            <a:off x="5381625" y="4471838"/>
            <a:ext cx="1428750" cy="38100"/>
          </a:xfrm>
          <a:prstGeom prst="rect">
            <a:avLst/>
          </a:prstGeom>
          <a:solidFill>
            <a:srgbClr val="FFFFFF"/>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2" name="Google Shape;86;p13">
            <a:extLst>
              <a:ext uri="{FF2B5EF4-FFF2-40B4-BE49-F238E27FC236}">
                <a16:creationId xmlns:a16="http://schemas.microsoft.com/office/drawing/2014/main" id="{C342EAE2-53C0-1AEC-987B-4F68BC0E23F1}"/>
              </a:ext>
            </a:extLst>
          </p:cNvPr>
          <p:cNvSpPr txBox="1"/>
          <p:nvPr/>
        </p:nvSpPr>
        <p:spPr>
          <a:xfrm>
            <a:off x="2652019" y="4755193"/>
            <a:ext cx="6810375" cy="517065"/>
          </a:xfrm>
          <a:prstGeom prst="rect">
            <a:avLst/>
          </a:prstGeom>
          <a:noFill/>
          <a:ln>
            <a:noFill/>
          </a:ln>
        </p:spPr>
        <p:txBody>
          <a:bodyPr spcFirstLastPara="1" wrap="square" lIns="0" tIns="0" rIns="0" bIns="0" anchor="t" anchorCtr="0">
            <a:spAutoFit/>
          </a:bodyPr>
          <a:lstStyle/>
          <a:p>
            <a:pPr marL="0" marR="0" lvl="0" indent="0" algn="ctr" rtl="0">
              <a:lnSpc>
                <a:spcPct val="159952"/>
              </a:lnSpc>
              <a:spcBef>
                <a:spcPts val="0"/>
              </a:spcBef>
              <a:spcAft>
                <a:spcPts val="0"/>
              </a:spcAft>
              <a:buNone/>
            </a:pPr>
            <a:r>
              <a:rPr lang="en-US" sz="2100" b="0" i="0" u="none" strike="noStrike" cap="none" dirty="0">
                <a:solidFill>
                  <a:srgbClr val="CBD5E1"/>
                </a:solidFill>
                <a:latin typeface="DM Sans"/>
                <a:ea typeface="DM Sans"/>
                <a:cs typeface="DM Sans"/>
                <a:sym typeface="DM Sans"/>
              </a:rPr>
              <a:t>Gemini </a:t>
            </a:r>
            <a:r>
              <a:rPr lang="en-US" sz="2100" b="0" i="0" u="none" strike="noStrike" cap="none" dirty="0" err="1">
                <a:solidFill>
                  <a:srgbClr val="CBD5E1"/>
                </a:solidFill>
                <a:latin typeface="DM Sans"/>
                <a:ea typeface="DM Sans"/>
                <a:cs typeface="DM Sans"/>
                <a:sym typeface="DM Sans"/>
              </a:rPr>
              <a:t>generiert</a:t>
            </a:r>
            <a:endParaRPr lang="en-US" sz="2100" b="0" i="0" u="none" strike="noStrike" cap="none" dirty="0">
              <a:solidFill>
                <a:srgbClr val="CBD5E1"/>
              </a:solidFill>
              <a:latin typeface="DM Sans"/>
              <a:ea typeface="DM Sans"/>
              <a:cs typeface="DM Sans"/>
              <a:sym typeface="DM Sans"/>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91"/>
        <p:cNvGrpSpPr/>
        <p:nvPr/>
      </p:nvGrpSpPr>
      <p:grpSpPr>
        <a:xfrm>
          <a:off x="0" y="0"/>
          <a:ext cx="0" cy="0"/>
          <a:chOff x="0" y="0"/>
          <a:chExt cx="0" cy="0"/>
        </a:xfrm>
      </p:grpSpPr>
      <p:pic>
        <p:nvPicPr>
          <p:cNvPr id="92" name="Google Shape;92;p14" descr="image.png"/>
          <p:cNvPicPr preferRelativeResize="0"/>
          <p:nvPr/>
        </p:nvPicPr>
        <p:blipFill rotWithShape="1">
          <a:blip r:embed="rId3">
            <a:alphaModFix/>
          </a:blip>
          <a:srcRect/>
          <a:stretch/>
        </p:blipFill>
        <p:spPr>
          <a:xfrm>
            <a:off x="0" y="0"/>
            <a:ext cx="12192000" cy="6858000"/>
          </a:xfrm>
          <a:prstGeom prst="rect">
            <a:avLst/>
          </a:prstGeom>
          <a:noFill/>
          <a:ln>
            <a:noFill/>
          </a:ln>
        </p:spPr>
      </p:pic>
      <p:pic>
        <p:nvPicPr>
          <p:cNvPr id="93" name="Google Shape;93;p14" descr="image.png"/>
          <p:cNvPicPr preferRelativeResize="0"/>
          <p:nvPr/>
        </p:nvPicPr>
        <p:blipFill rotWithShape="1">
          <a:blip r:embed="rId4">
            <a:alphaModFix/>
          </a:blip>
          <a:srcRect/>
          <a:stretch/>
        </p:blipFill>
        <p:spPr>
          <a:xfrm>
            <a:off x="6334125" y="2150268"/>
            <a:ext cx="5286375" cy="3810000"/>
          </a:xfrm>
          <a:prstGeom prst="rect">
            <a:avLst/>
          </a:prstGeom>
          <a:noFill/>
          <a:ln>
            <a:noFill/>
          </a:ln>
        </p:spPr>
      </p:pic>
      <p:sp>
        <p:nvSpPr>
          <p:cNvPr id="94" name="Google Shape;94;p14"/>
          <p:cNvSpPr txBox="1"/>
          <p:nvPr/>
        </p:nvSpPr>
        <p:spPr>
          <a:xfrm>
            <a:off x="571500" y="2150268"/>
            <a:ext cx="5550693" cy="38100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2400" b="1" i="0" u="none" strike="noStrike" cap="none">
                <a:solidFill>
                  <a:srgbClr val="005088"/>
                </a:solidFill>
                <a:latin typeface="Merriweather"/>
                <a:ea typeface="Merriweather"/>
                <a:cs typeface="Merriweather"/>
                <a:sym typeface="Merriweather"/>
              </a:rPr>
              <a:t>Definition &amp; Herkunft</a:t>
            </a:r>
            <a:endParaRPr/>
          </a:p>
        </p:txBody>
      </p:sp>
      <p:sp>
        <p:nvSpPr>
          <p:cNvPr id="95" name="Google Shape;95;p14"/>
          <p:cNvSpPr txBox="1"/>
          <p:nvPr/>
        </p:nvSpPr>
        <p:spPr>
          <a:xfrm>
            <a:off x="571500" y="2721768"/>
            <a:ext cx="5286375" cy="914400"/>
          </a:xfrm>
          <a:prstGeom prst="rect">
            <a:avLst/>
          </a:prstGeom>
          <a:noFill/>
          <a:ln>
            <a:noFill/>
          </a:ln>
        </p:spPr>
        <p:txBody>
          <a:bodyPr spcFirstLastPara="1" wrap="square" lIns="0" tIns="0" rIns="0" bIns="0" anchor="t" anchorCtr="0">
            <a:spAutoFit/>
          </a:bodyPr>
          <a:lstStyle/>
          <a:p>
            <a:pPr marL="0" marR="0" lvl="0" indent="0" algn="l" rtl="0">
              <a:lnSpc>
                <a:spcPct val="160000"/>
              </a:lnSpc>
              <a:spcBef>
                <a:spcPts val="0"/>
              </a:spcBef>
              <a:spcAft>
                <a:spcPts val="0"/>
              </a:spcAft>
              <a:buNone/>
            </a:pPr>
            <a:r>
              <a:rPr lang="en-US" sz="1500" b="0" i="0" u="none" strike="noStrike" cap="none">
                <a:solidFill>
                  <a:srgbClr val="334155"/>
                </a:solidFill>
                <a:latin typeface="DM Sans"/>
                <a:ea typeface="DM Sans"/>
                <a:cs typeface="DM Sans"/>
                <a:sym typeface="DM Sans"/>
              </a:rPr>
              <a:t>AWK ist eine spezialisierte Programmiersprache zum Bearbeiten und Analysieren von Textdateien. Benannt nach den Entwicklern: </a:t>
            </a:r>
            <a:r>
              <a:rPr lang="en-US" sz="1500" b="1" i="0" u="none" strike="noStrike" cap="none">
                <a:solidFill>
                  <a:srgbClr val="334155"/>
                </a:solidFill>
                <a:latin typeface="DM Sans"/>
                <a:ea typeface="DM Sans"/>
                <a:cs typeface="DM Sans"/>
                <a:sym typeface="DM Sans"/>
              </a:rPr>
              <a:t>Aho, Weinberger und Kernighan</a:t>
            </a:r>
            <a:r>
              <a:rPr lang="en-US" sz="1500" b="0" i="0" u="none" strike="noStrike" cap="none">
                <a:solidFill>
                  <a:srgbClr val="334155"/>
                </a:solidFill>
                <a:latin typeface="DM Sans"/>
                <a:ea typeface="DM Sans"/>
                <a:cs typeface="DM Sans"/>
                <a:sym typeface="DM Sans"/>
              </a:rPr>
              <a:t> (1977).</a:t>
            </a:r>
            <a:endParaRPr/>
          </a:p>
        </p:txBody>
      </p:sp>
      <p:pic>
        <p:nvPicPr>
          <p:cNvPr id="96" name="Google Shape;96;p14" descr="image.png"/>
          <p:cNvPicPr preferRelativeResize="0"/>
          <p:nvPr/>
        </p:nvPicPr>
        <p:blipFill rotWithShape="1">
          <a:blip r:embed="rId5">
            <a:alphaModFix/>
          </a:blip>
          <a:srcRect/>
          <a:stretch/>
        </p:blipFill>
        <p:spPr>
          <a:xfrm>
            <a:off x="6334125" y="2150268"/>
            <a:ext cx="5286375" cy="3810000"/>
          </a:xfrm>
          <a:prstGeom prst="rect">
            <a:avLst/>
          </a:prstGeom>
          <a:noFill/>
          <a:ln>
            <a:noFill/>
          </a:ln>
        </p:spPr>
      </p:pic>
      <p:sp>
        <p:nvSpPr>
          <p:cNvPr id="97" name="Google Shape;97;p14"/>
          <p:cNvSpPr txBox="1"/>
          <p:nvPr/>
        </p:nvSpPr>
        <p:spPr>
          <a:xfrm>
            <a:off x="885825" y="3826668"/>
            <a:ext cx="66675" cy="30480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500" b="0" i="0" u="none" strike="noStrike" cap="none">
                <a:solidFill>
                  <a:srgbClr val="334155"/>
                </a:solidFill>
                <a:latin typeface="DM Sans"/>
                <a:ea typeface="DM Sans"/>
                <a:cs typeface="DM Sans"/>
                <a:sym typeface="DM Sans"/>
              </a:rPr>
              <a:t>•</a:t>
            </a:r>
            <a:endParaRPr/>
          </a:p>
        </p:txBody>
      </p:sp>
      <p:sp>
        <p:nvSpPr>
          <p:cNvPr id="98" name="Google Shape;98;p14"/>
          <p:cNvSpPr txBox="1"/>
          <p:nvPr/>
        </p:nvSpPr>
        <p:spPr>
          <a:xfrm>
            <a:off x="952500" y="3826668"/>
            <a:ext cx="4905375" cy="304800"/>
          </a:xfrm>
          <a:prstGeom prst="rect">
            <a:avLst/>
          </a:prstGeom>
          <a:noFill/>
          <a:ln>
            <a:noFill/>
          </a:ln>
        </p:spPr>
        <p:txBody>
          <a:bodyPr spcFirstLastPara="1" wrap="square" lIns="66675" tIns="0" rIns="0" bIns="0" anchor="t" anchorCtr="0">
            <a:spAutoFit/>
          </a:bodyPr>
          <a:lstStyle/>
          <a:p>
            <a:pPr marL="0" marR="0" lvl="0" indent="0" algn="l" rtl="0">
              <a:lnSpc>
                <a:spcPct val="160000"/>
              </a:lnSpc>
              <a:spcBef>
                <a:spcPts val="0"/>
              </a:spcBef>
              <a:spcAft>
                <a:spcPts val="0"/>
              </a:spcAft>
              <a:buNone/>
            </a:pPr>
            <a:r>
              <a:rPr lang="en-US" sz="1500" b="0" i="0" u="none" strike="noStrike" cap="none">
                <a:solidFill>
                  <a:srgbClr val="334155"/>
                </a:solidFill>
                <a:latin typeface="DM Sans"/>
                <a:ea typeface="DM Sans"/>
                <a:cs typeface="DM Sans"/>
                <a:sym typeface="DM Sans"/>
              </a:rPr>
              <a:t>Zeilenorientierte Verarbeitung</a:t>
            </a:r>
            <a:endParaRPr/>
          </a:p>
        </p:txBody>
      </p:sp>
      <p:sp>
        <p:nvSpPr>
          <p:cNvPr id="99" name="Google Shape;99;p14"/>
          <p:cNvSpPr txBox="1"/>
          <p:nvPr/>
        </p:nvSpPr>
        <p:spPr>
          <a:xfrm>
            <a:off x="885825" y="4131468"/>
            <a:ext cx="66675" cy="30480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500" b="0" i="0" u="none" strike="noStrike" cap="none">
                <a:solidFill>
                  <a:srgbClr val="334155"/>
                </a:solidFill>
                <a:latin typeface="DM Sans"/>
                <a:ea typeface="DM Sans"/>
                <a:cs typeface="DM Sans"/>
                <a:sym typeface="DM Sans"/>
              </a:rPr>
              <a:t>•</a:t>
            </a:r>
            <a:endParaRPr/>
          </a:p>
        </p:txBody>
      </p:sp>
      <p:sp>
        <p:nvSpPr>
          <p:cNvPr id="100" name="Google Shape;100;p14"/>
          <p:cNvSpPr txBox="1"/>
          <p:nvPr/>
        </p:nvSpPr>
        <p:spPr>
          <a:xfrm>
            <a:off x="952500" y="4131468"/>
            <a:ext cx="4905375" cy="304800"/>
          </a:xfrm>
          <a:prstGeom prst="rect">
            <a:avLst/>
          </a:prstGeom>
          <a:noFill/>
          <a:ln>
            <a:noFill/>
          </a:ln>
        </p:spPr>
        <p:txBody>
          <a:bodyPr spcFirstLastPara="1" wrap="square" lIns="66675" tIns="0" rIns="0" bIns="0" anchor="t" anchorCtr="0">
            <a:spAutoFit/>
          </a:bodyPr>
          <a:lstStyle/>
          <a:p>
            <a:pPr marL="0" marR="0" lvl="0" indent="0" algn="l" rtl="0">
              <a:lnSpc>
                <a:spcPct val="160000"/>
              </a:lnSpc>
              <a:spcBef>
                <a:spcPts val="0"/>
              </a:spcBef>
              <a:spcAft>
                <a:spcPts val="0"/>
              </a:spcAft>
              <a:buNone/>
            </a:pPr>
            <a:r>
              <a:rPr lang="en-US" sz="1500" b="0" i="0" u="none" strike="noStrike" cap="none">
                <a:solidFill>
                  <a:srgbClr val="334155"/>
                </a:solidFill>
                <a:latin typeface="DM Sans"/>
                <a:ea typeface="DM Sans"/>
                <a:cs typeface="DM Sans"/>
                <a:sym typeface="DM Sans"/>
              </a:rPr>
              <a:t>Automatisches Parsing in Felder</a:t>
            </a:r>
            <a:endParaRPr/>
          </a:p>
        </p:txBody>
      </p:sp>
      <p:sp>
        <p:nvSpPr>
          <p:cNvPr id="101" name="Google Shape;101;p14"/>
          <p:cNvSpPr txBox="1"/>
          <p:nvPr/>
        </p:nvSpPr>
        <p:spPr>
          <a:xfrm>
            <a:off x="885825" y="4436268"/>
            <a:ext cx="66675" cy="30480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500" b="0" i="0" u="none" strike="noStrike" cap="none">
                <a:solidFill>
                  <a:srgbClr val="334155"/>
                </a:solidFill>
                <a:latin typeface="DM Sans"/>
                <a:ea typeface="DM Sans"/>
                <a:cs typeface="DM Sans"/>
                <a:sym typeface="DM Sans"/>
              </a:rPr>
              <a:t>•</a:t>
            </a:r>
            <a:endParaRPr/>
          </a:p>
        </p:txBody>
      </p:sp>
      <p:sp>
        <p:nvSpPr>
          <p:cNvPr id="102" name="Google Shape;102;p14"/>
          <p:cNvSpPr txBox="1"/>
          <p:nvPr/>
        </p:nvSpPr>
        <p:spPr>
          <a:xfrm>
            <a:off x="952500" y="4436268"/>
            <a:ext cx="4905375" cy="304800"/>
          </a:xfrm>
          <a:prstGeom prst="rect">
            <a:avLst/>
          </a:prstGeom>
          <a:noFill/>
          <a:ln>
            <a:noFill/>
          </a:ln>
        </p:spPr>
        <p:txBody>
          <a:bodyPr spcFirstLastPara="1" wrap="square" lIns="66675" tIns="0" rIns="0" bIns="0" anchor="t" anchorCtr="0">
            <a:spAutoFit/>
          </a:bodyPr>
          <a:lstStyle/>
          <a:p>
            <a:pPr marL="0" marR="0" lvl="0" indent="0" algn="l" rtl="0">
              <a:lnSpc>
                <a:spcPct val="160000"/>
              </a:lnSpc>
              <a:spcBef>
                <a:spcPts val="0"/>
              </a:spcBef>
              <a:spcAft>
                <a:spcPts val="0"/>
              </a:spcAft>
              <a:buNone/>
            </a:pPr>
            <a:r>
              <a:rPr lang="en-US" sz="1500" b="0" i="0" u="none" strike="noStrike" cap="none">
                <a:solidFill>
                  <a:srgbClr val="334155"/>
                </a:solidFill>
                <a:latin typeface="DM Sans"/>
                <a:ea typeface="DM Sans"/>
                <a:cs typeface="DM Sans"/>
                <a:sym typeface="DM Sans"/>
              </a:rPr>
              <a:t>Ideal für Logs und tabellarische Daten</a:t>
            </a:r>
            <a:endParaRPr/>
          </a:p>
        </p:txBody>
      </p:sp>
      <p:sp>
        <p:nvSpPr>
          <p:cNvPr id="103" name="Google Shape;103;p14"/>
          <p:cNvSpPr txBox="1"/>
          <p:nvPr/>
        </p:nvSpPr>
        <p:spPr>
          <a:xfrm>
            <a:off x="762000" y="919311"/>
            <a:ext cx="11401425" cy="523875"/>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3300" b="1" i="0" u="none" strike="noStrike" cap="none">
                <a:solidFill>
                  <a:srgbClr val="003366"/>
                </a:solidFill>
                <a:latin typeface="Merriweather"/>
                <a:ea typeface="Merriweather"/>
                <a:cs typeface="Merriweather"/>
                <a:sym typeface="Merriweather"/>
              </a:rPr>
              <a:t>Was ist AWK?</a:t>
            </a:r>
            <a:endParaRPr/>
          </a:p>
        </p:txBody>
      </p:sp>
      <p:sp>
        <p:nvSpPr>
          <p:cNvPr id="104" name="Google Shape;104;p14"/>
          <p:cNvSpPr/>
          <p:nvPr/>
        </p:nvSpPr>
        <p:spPr>
          <a:xfrm>
            <a:off x="571500" y="919311"/>
            <a:ext cx="76200" cy="523875"/>
          </a:xfrm>
          <a:prstGeom prst="rect">
            <a:avLst/>
          </a:prstGeom>
          <a:solidFill>
            <a:srgbClr val="005088"/>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108"/>
        <p:cNvGrpSpPr/>
        <p:nvPr/>
      </p:nvGrpSpPr>
      <p:grpSpPr>
        <a:xfrm>
          <a:off x="0" y="0"/>
          <a:ext cx="0" cy="0"/>
          <a:chOff x="0" y="0"/>
          <a:chExt cx="0" cy="0"/>
        </a:xfrm>
      </p:grpSpPr>
      <p:pic>
        <p:nvPicPr>
          <p:cNvPr id="109" name="Google Shape;109;p15" descr="image.png"/>
          <p:cNvPicPr preferRelativeResize="0"/>
          <p:nvPr/>
        </p:nvPicPr>
        <p:blipFill rotWithShape="1">
          <a:blip r:embed="rId3">
            <a:alphaModFix/>
          </a:blip>
          <a:srcRect/>
          <a:stretch/>
        </p:blipFill>
        <p:spPr>
          <a:xfrm>
            <a:off x="0" y="0"/>
            <a:ext cx="12192000" cy="6858000"/>
          </a:xfrm>
          <a:prstGeom prst="rect">
            <a:avLst/>
          </a:prstGeom>
          <a:noFill/>
          <a:ln>
            <a:noFill/>
          </a:ln>
        </p:spPr>
      </p:pic>
      <p:pic>
        <p:nvPicPr>
          <p:cNvPr id="110" name="Google Shape;110;p15" descr="image.png"/>
          <p:cNvPicPr preferRelativeResize="0"/>
          <p:nvPr/>
        </p:nvPicPr>
        <p:blipFill rotWithShape="1">
          <a:blip r:embed="rId4">
            <a:alphaModFix/>
          </a:blip>
          <a:srcRect/>
          <a:stretch/>
        </p:blipFill>
        <p:spPr>
          <a:xfrm>
            <a:off x="6334125" y="2069306"/>
            <a:ext cx="5286375" cy="3114675"/>
          </a:xfrm>
          <a:prstGeom prst="rect">
            <a:avLst/>
          </a:prstGeom>
          <a:noFill/>
          <a:ln>
            <a:noFill/>
          </a:ln>
        </p:spPr>
      </p:pic>
      <p:pic>
        <p:nvPicPr>
          <p:cNvPr id="111" name="Google Shape;111;p15" descr="image.png"/>
          <p:cNvPicPr preferRelativeResize="0"/>
          <p:nvPr/>
        </p:nvPicPr>
        <p:blipFill rotWithShape="1">
          <a:blip r:embed="rId5">
            <a:alphaModFix/>
          </a:blip>
          <a:srcRect/>
          <a:stretch/>
        </p:blipFill>
        <p:spPr>
          <a:xfrm>
            <a:off x="571500" y="3059906"/>
            <a:ext cx="5286375" cy="714375"/>
          </a:xfrm>
          <a:prstGeom prst="rect">
            <a:avLst/>
          </a:prstGeom>
          <a:noFill/>
          <a:ln>
            <a:noFill/>
          </a:ln>
        </p:spPr>
      </p:pic>
      <p:sp>
        <p:nvSpPr>
          <p:cNvPr id="112" name="Google Shape;112;p15"/>
          <p:cNvSpPr txBox="1"/>
          <p:nvPr/>
        </p:nvSpPr>
        <p:spPr>
          <a:xfrm>
            <a:off x="571500" y="2259806"/>
            <a:ext cx="5286375" cy="609600"/>
          </a:xfrm>
          <a:prstGeom prst="rect">
            <a:avLst/>
          </a:prstGeom>
          <a:noFill/>
          <a:ln>
            <a:noFill/>
          </a:ln>
        </p:spPr>
        <p:txBody>
          <a:bodyPr spcFirstLastPara="1" wrap="square" lIns="0" tIns="0" rIns="0" bIns="0" anchor="t" anchorCtr="0">
            <a:spAutoFit/>
          </a:bodyPr>
          <a:lstStyle/>
          <a:p>
            <a:pPr marL="0" marR="0" lvl="0" indent="0" algn="l" rtl="0">
              <a:lnSpc>
                <a:spcPct val="160000"/>
              </a:lnSpc>
              <a:spcBef>
                <a:spcPts val="0"/>
              </a:spcBef>
              <a:spcAft>
                <a:spcPts val="0"/>
              </a:spcAft>
              <a:buNone/>
            </a:pPr>
            <a:r>
              <a:rPr lang="en-US" sz="1500" b="0" i="0" u="none" strike="noStrike" cap="none">
                <a:solidFill>
                  <a:srgbClr val="334155"/>
                </a:solidFill>
                <a:latin typeface="DM Sans"/>
                <a:ea typeface="DM Sans"/>
                <a:cs typeface="DM Sans"/>
                <a:sym typeface="DM Sans"/>
              </a:rPr>
              <a:t>Der Grundaufbau eines AWK-Befehls folgt einem einfachen Muster:</a:t>
            </a:r>
            <a:endParaRPr/>
          </a:p>
        </p:txBody>
      </p:sp>
      <p:sp>
        <p:nvSpPr>
          <p:cNvPr id="113" name="Google Shape;113;p15"/>
          <p:cNvSpPr txBox="1"/>
          <p:nvPr/>
        </p:nvSpPr>
        <p:spPr>
          <a:xfrm>
            <a:off x="6677025" y="3164681"/>
            <a:ext cx="4830603" cy="38100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2400" b="1" i="0" u="none" strike="noStrike" cap="none">
                <a:solidFill>
                  <a:srgbClr val="005088"/>
                </a:solidFill>
                <a:latin typeface="Merriweather"/>
                <a:ea typeface="Merriweather"/>
                <a:cs typeface="Merriweather"/>
                <a:sym typeface="Merriweather"/>
              </a:rPr>
              <a:t>Einzeiler-Stärke</a:t>
            </a:r>
            <a:endParaRPr/>
          </a:p>
        </p:txBody>
      </p:sp>
      <p:sp>
        <p:nvSpPr>
          <p:cNvPr id="114" name="Google Shape;114;p15"/>
          <p:cNvSpPr txBox="1"/>
          <p:nvPr/>
        </p:nvSpPr>
        <p:spPr>
          <a:xfrm>
            <a:off x="6677025" y="3736181"/>
            <a:ext cx="4600575" cy="914400"/>
          </a:xfrm>
          <a:prstGeom prst="rect">
            <a:avLst/>
          </a:prstGeom>
          <a:noFill/>
          <a:ln>
            <a:noFill/>
          </a:ln>
        </p:spPr>
        <p:txBody>
          <a:bodyPr spcFirstLastPara="1" wrap="square" lIns="0" tIns="0" rIns="0" bIns="0" anchor="t" anchorCtr="0">
            <a:spAutoFit/>
          </a:bodyPr>
          <a:lstStyle/>
          <a:p>
            <a:pPr marL="0" marR="0" lvl="0" indent="0" algn="l" rtl="0">
              <a:lnSpc>
                <a:spcPct val="160000"/>
              </a:lnSpc>
              <a:spcBef>
                <a:spcPts val="0"/>
              </a:spcBef>
              <a:spcAft>
                <a:spcPts val="0"/>
              </a:spcAft>
              <a:buNone/>
            </a:pPr>
            <a:r>
              <a:rPr lang="en-US" sz="1500" b="0" i="0" u="none" strike="noStrike" cap="none">
                <a:solidFill>
                  <a:srgbClr val="334155"/>
                </a:solidFill>
                <a:latin typeface="DM Sans"/>
                <a:ea typeface="DM Sans"/>
                <a:cs typeface="DM Sans"/>
                <a:sym typeface="DM Sans"/>
              </a:rPr>
              <a:t>AWK glänzt vor allem bei schnellen Kommandozeilen-Operationen, die in anderen Sprachen Dutzende Zeilen Code erfordern würden.</a:t>
            </a:r>
            <a:endParaRPr/>
          </a:p>
        </p:txBody>
      </p:sp>
      <p:sp>
        <p:nvSpPr>
          <p:cNvPr id="115" name="Google Shape;115;p15"/>
          <p:cNvSpPr txBox="1"/>
          <p:nvPr/>
        </p:nvSpPr>
        <p:spPr>
          <a:xfrm>
            <a:off x="885825" y="4060031"/>
            <a:ext cx="66675" cy="30480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500" b="0" i="0" u="none" strike="noStrike" cap="none">
                <a:solidFill>
                  <a:srgbClr val="334155"/>
                </a:solidFill>
                <a:latin typeface="DM Sans"/>
                <a:ea typeface="DM Sans"/>
                <a:cs typeface="DM Sans"/>
                <a:sym typeface="DM Sans"/>
              </a:rPr>
              <a:t>•</a:t>
            </a:r>
            <a:endParaRPr/>
          </a:p>
        </p:txBody>
      </p:sp>
      <p:sp>
        <p:nvSpPr>
          <p:cNvPr id="116" name="Google Shape;116;p15"/>
          <p:cNvSpPr txBox="1"/>
          <p:nvPr/>
        </p:nvSpPr>
        <p:spPr>
          <a:xfrm>
            <a:off x="952500" y="4060031"/>
            <a:ext cx="4905375" cy="609600"/>
          </a:xfrm>
          <a:prstGeom prst="rect">
            <a:avLst/>
          </a:prstGeom>
          <a:noFill/>
          <a:ln>
            <a:noFill/>
          </a:ln>
        </p:spPr>
        <p:txBody>
          <a:bodyPr spcFirstLastPara="1" wrap="square" lIns="66675" tIns="0" rIns="0" bIns="0" anchor="t" anchorCtr="0">
            <a:spAutoFit/>
          </a:bodyPr>
          <a:lstStyle/>
          <a:p>
            <a:pPr marL="0" marR="0" lvl="0" indent="0" algn="l" rtl="0">
              <a:lnSpc>
                <a:spcPct val="160000"/>
              </a:lnSpc>
              <a:spcBef>
                <a:spcPts val="0"/>
              </a:spcBef>
              <a:spcAft>
                <a:spcPts val="0"/>
              </a:spcAft>
              <a:buNone/>
            </a:pPr>
            <a:r>
              <a:rPr lang="en-US" sz="1500" b="1" i="0" u="none" strike="noStrike" cap="none">
                <a:solidFill>
                  <a:srgbClr val="334155"/>
                </a:solidFill>
                <a:latin typeface="DM Sans"/>
                <a:ea typeface="DM Sans"/>
                <a:cs typeface="DM Sans"/>
                <a:sym typeface="DM Sans"/>
              </a:rPr>
              <a:t>Pattern:</a:t>
            </a:r>
            <a:r>
              <a:rPr lang="en-US" sz="1500" b="0" i="0" u="none" strike="noStrike" cap="none">
                <a:solidFill>
                  <a:srgbClr val="334155"/>
                </a:solidFill>
                <a:latin typeface="DM Sans"/>
                <a:ea typeface="DM Sans"/>
                <a:cs typeface="DM Sans"/>
                <a:sym typeface="DM Sans"/>
              </a:rPr>
              <a:t> Legt fest, welche Zeilen verarbeitet werden (z.B. Regex).</a:t>
            </a:r>
            <a:endParaRPr/>
          </a:p>
        </p:txBody>
      </p:sp>
      <p:sp>
        <p:nvSpPr>
          <p:cNvPr id="117" name="Google Shape;117;p15"/>
          <p:cNvSpPr txBox="1"/>
          <p:nvPr/>
        </p:nvSpPr>
        <p:spPr>
          <a:xfrm>
            <a:off x="885825" y="4669631"/>
            <a:ext cx="66675" cy="30480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500" b="0" i="0" u="none" strike="noStrike" cap="none">
                <a:solidFill>
                  <a:srgbClr val="334155"/>
                </a:solidFill>
                <a:latin typeface="DM Sans"/>
                <a:ea typeface="DM Sans"/>
                <a:cs typeface="DM Sans"/>
                <a:sym typeface="DM Sans"/>
              </a:rPr>
              <a:t>•</a:t>
            </a:r>
            <a:endParaRPr/>
          </a:p>
        </p:txBody>
      </p:sp>
      <p:sp>
        <p:nvSpPr>
          <p:cNvPr id="118" name="Google Shape;118;p15"/>
          <p:cNvSpPr txBox="1"/>
          <p:nvPr/>
        </p:nvSpPr>
        <p:spPr>
          <a:xfrm>
            <a:off x="952500" y="4669631"/>
            <a:ext cx="4905375" cy="609600"/>
          </a:xfrm>
          <a:prstGeom prst="rect">
            <a:avLst/>
          </a:prstGeom>
          <a:noFill/>
          <a:ln>
            <a:noFill/>
          </a:ln>
        </p:spPr>
        <p:txBody>
          <a:bodyPr spcFirstLastPara="1" wrap="square" lIns="66675" tIns="0" rIns="0" bIns="0" anchor="t" anchorCtr="0">
            <a:spAutoFit/>
          </a:bodyPr>
          <a:lstStyle/>
          <a:p>
            <a:pPr marL="0" marR="0" lvl="0" indent="0" algn="l" rtl="0">
              <a:lnSpc>
                <a:spcPct val="160000"/>
              </a:lnSpc>
              <a:spcBef>
                <a:spcPts val="0"/>
              </a:spcBef>
              <a:spcAft>
                <a:spcPts val="0"/>
              </a:spcAft>
              <a:buNone/>
            </a:pPr>
            <a:r>
              <a:rPr lang="en-US" sz="1500" b="1" i="0" u="none" strike="noStrike" cap="none">
                <a:solidFill>
                  <a:srgbClr val="334155"/>
                </a:solidFill>
                <a:latin typeface="DM Sans"/>
                <a:ea typeface="DM Sans"/>
                <a:cs typeface="DM Sans"/>
                <a:sym typeface="DM Sans"/>
              </a:rPr>
              <a:t>Action:</a:t>
            </a:r>
            <a:r>
              <a:rPr lang="en-US" sz="1500" b="0" i="0" u="none" strike="noStrike" cap="none">
                <a:solidFill>
                  <a:srgbClr val="334155"/>
                </a:solidFill>
                <a:latin typeface="DM Sans"/>
                <a:ea typeface="DM Sans"/>
                <a:cs typeface="DM Sans"/>
                <a:sym typeface="DM Sans"/>
              </a:rPr>
              <a:t> Definiert, was mit den Zeilen geschieht (Standard: print).</a:t>
            </a:r>
            <a:endParaRPr/>
          </a:p>
        </p:txBody>
      </p:sp>
      <p:sp>
        <p:nvSpPr>
          <p:cNvPr id="119" name="Google Shape;119;p15"/>
          <p:cNvSpPr txBox="1"/>
          <p:nvPr/>
        </p:nvSpPr>
        <p:spPr>
          <a:xfrm>
            <a:off x="885825" y="5279231"/>
            <a:ext cx="66675" cy="30480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500" b="0" i="0" u="none" strike="noStrike" cap="none">
                <a:solidFill>
                  <a:srgbClr val="334155"/>
                </a:solidFill>
                <a:latin typeface="DM Sans"/>
                <a:ea typeface="DM Sans"/>
                <a:cs typeface="DM Sans"/>
                <a:sym typeface="DM Sans"/>
              </a:rPr>
              <a:t>•</a:t>
            </a:r>
            <a:endParaRPr/>
          </a:p>
        </p:txBody>
      </p:sp>
      <p:sp>
        <p:nvSpPr>
          <p:cNvPr id="120" name="Google Shape;120;p15"/>
          <p:cNvSpPr txBox="1"/>
          <p:nvPr/>
        </p:nvSpPr>
        <p:spPr>
          <a:xfrm>
            <a:off x="952500" y="5279231"/>
            <a:ext cx="4905375" cy="609600"/>
          </a:xfrm>
          <a:prstGeom prst="rect">
            <a:avLst/>
          </a:prstGeom>
          <a:noFill/>
          <a:ln>
            <a:noFill/>
          </a:ln>
        </p:spPr>
        <p:txBody>
          <a:bodyPr spcFirstLastPara="1" wrap="square" lIns="66675" tIns="0" rIns="0" bIns="0" anchor="t" anchorCtr="0">
            <a:spAutoFit/>
          </a:bodyPr>
          <a:lstStyle/>
          <a:p>
            <a:pPr marL="0" marR="0" lvl="0" indent="0" algn="l" rtl="0">
              <a:lnSpc>
                <a:spcPct val="160000"/>
              </a:lnSpc>
              <a:spcBef>
                <a:spcPts val="0"/>
              </a:spcBef>
              <a:spcAft>
                <a:spcPts val="0"/>
              </a:spcAft>
              <a:buNone/>
            </a:pPr>
            <a:r>
              <a:rPr lang="en-US" sz="1500" b="1" i="0" u="none" strike="noStrike" cap="none">
                <a:solidFill>
                  <a:srgbClr val="334155"/>
                </a:solidFill>
                <a:latin typeface="DM Sans"/>
                <a:ea typeface="DM Sans"/>
                <a:cs typeface="DM Sans"/>
                <a:sym typeface="DM Sans"/>
              </a:rPr>
              <a:t>Impliziter Loop:</a:t>
            </a:r>
            <a:r>
              <a:rPr lang="en-US" sz="1500" b="0" i="0" u="none" strike="noStrike" cap="none">
                <a:solidFill>
                  <a:srgbClr val="334155"/>
                </a:solidFill>
                <a:latin typeface="DM Sans"/>
                <a:ea typeface="DM Sans"/>
                <a:cs typeface="DM Sans"/>
                <a:sym typeface="DM Sans"/>
              </a:rPr>
              <a:t> AWK liest jede Zeile automatisch nacheinander ein.</a:t>
            </a:r>
            <a:endParaRPr/>
          </a:p>
        </p:txBody>
      </p:sp>
      <p:pic>
        <p:nvPicPr>
          <p:cNvPr id="121" name="Google Shape;121;p15" descr="image.png"/>
          <p:cNvPicPr preferRelativeResize="0"/>
          <p:nvPr/>
        </p:nvPicPr>
        <p:blipFill rotWithShape="1">
          <a:blip r:embed="rId6">
            <a:alphaModFix/>
          </a:blip>
          <a:srcRect/>
          <a:stretch/>
        </p:blipFill>
        <p:spPr>
          <a:xfrm>
            <a:off x="6677025" y="2469356"/>
            <a:ext cx="533400" cy="428625"/>
          </a:xfrm>
          <a:prstGeom prst="rect">
            <a:avLst/>
          </a:prstGeom>
          <a:noFill/>
          <a:ln>
            <a:noFill/>
          </a:ln>
        </p:spPr>
      </p:pic>
      <p:sp>
        <p:nvSpPr>
          <p:cNvPr id="122" name="Google Shape;122;p15"/>
          <p:cNvSpPr txBox="1"/>
          <p:nvPr/>
        </p:nvSpPr>
        <p:spPr>
          <a:xfrm>
            <a:off x="762000" y="919311"/>
            <a:ext cx="11401425" cy="523875"/>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3300" b="1" i="0" u="none" strike="noStrike" cap="none">
                <a:solidFill>
                  <a:srgbClr val="003366"/>
                </a:solidFill>
                <a:latin typeface="Merriweather"/>
                <a:ea typeface="Merriweather"/>
                <a:cs typeface="Merriweather"/>
                <a:sym typeface="Merriweather"/>
              </a:rPr>
              <a:t>Die Kern-Syntax</a:t>
            </a:r>
            <a:endParaRPr/>
          </a:p>
        </p:txBody>
      </p:sp>
      <p:sp>
        <p:nvSpPr>
          <p:cNvPr id="123" name="Google Shape;123;p15"/>
          <p:cNvSpPr/>
          <p:nvPr/>
        </p:nvSpPr>
        <p:spPr>
          <a:xfrm>
            <a:off x="571500" y="919311"/>
            <a:ext cx="76200" cy="523875"/>
          </a:xfrm>
          <a:prstGeom prst="rect">
            <a:avLst/>
          </a:prstGeom>
          <a:solidFill>
            <a:srgbClr val="005088"/>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127"/>
        <p:cNvGrpSpPr/>
        <p:nvPr/>
      </p:nvGrpSpPr>
      <p:grpSpPr>
        <a:xfrm>
          <a:off x="0" y="0"/>
          <a:ext cx="0" cy="0"/>
          <a:chOff x="0" y="0"/>
          <a:chExt cx="0" cy="0"/>
        </a:xfrm>
      </p:grpSpPr>
      <p:pic>
        <p:nvPicPr>
          <p:cNvPr id="128" name="Google Shape;128;p16" descr="image.png"/>
          <p:cNvPicPr preferRelativeResize="0"/>
          <p:nvPr/>
        </p:nvPicPr>
        <p:blipFill rotWithShape="1">
          <a:blip r:embed="rId3">
            <a:alphaModFix/>
          </a:blip>
          <a:srcRect/>
          <a:stretch/>
        </p:blipFill>
        <p:spPr>
          <a:xfrm>
            <a:off x="0" y="0"/>
            <a:ext cx="12192000" cy="6858000"/>
          </a:xfrm>
          <a:prstGeom prst="rect">
            <a:avLst/>
          </a:prstGeom>
          <a:noFill/>
          <a:ln>
            <a:noFill/>
          </a:ln>
        </p:spPr>
      </p:pic>
      <p:pic>
        <p:nvPicPr>
          <p:cNvPr id="129" name="Google Shape;129;p16" descr="image.png"/>
          <p:cNvPicPr preferRelativeResize="0"/>
          <p:nvPr/>
        </p:nvPicPr>
        <p:blipFill rotWithShape="1">
          <a:blip r:embed="rId4">
            <a:alphaModFix/>
          </a:blip>
          <a:srcRect/>
          <a:stretch/>
        </p:blipFill>
        <p:spPr>
          <a:xfrm>
            <a:off x="571500" y="5136356"/>
            <a:ext cx="11049000" cy="857250"/>
          </a:xfrm>
          <a:prstGeom prst="rect">
            <a:avLst/>
          </a:prstGeom>
          <a:noFill/>
          <a:ln>
            <a:noFill/>
          </a:ln>
        </p:spPr>
      </p:pic>
      <p:pic>
        <p:nvPicPr>
          <p:cNvPr id="130" name="Google Shape;130;p16" descr="image.png"/>
          <p:cNvPicPr preferRelativeResize="0"/>
          <p:nvPr/>
        </p:nvPicPr>
        <p:blipFill rotWithShape="1">
          <a:blip r:embed="rId5">
            <a:alphaModFix/>
          </a:blip>
          <a:srcRect/>
          <a:stretch/>
        </p:blipFill>
        <p:spPr>
          <a:xfrm>
            <a:off x="571500" y="2116931"/>
            <a:ext cx="3492549" cy="2638425"/>
          </a:xfrm>
          <a:prstGeom prst="rect">
            <a:avLst/>
          </a:prstGeom>
          <a:noFill/>
          <a:ln>
            <a:noFill/>
          </a:ln>
        </p:spPr>
      </p:pic>
      <p:pic>
        <p:nvPicPr>
          <p:cNvPr id="131" name="Google Shape;131;p16" descr="image.png"/>
          <p:cNvPicPr preferRelativeResize="0"/>
          <p:nvPr/>
        </p:nvPicPr>
        <p:blipFill rotWithShape="1">
          <a:blip r:embed="rId6">
            <a:alphaModFix/>
          </a:blip>
          <a:srcRect/>
          <a:stretch/>
        </p:blipFill>
        <p:spPr>
          <a:xfrm>
            <a:off x="4349799" y="2116931"/>
            <a:ext cx="3492549" cy="2638425"/>
          </a:xfrm>
          <a:prstGeom prst="rect">
            <a:avLst/>
          </a:prstGeom>
          <a:noFill/>
          <a:ln>
            <a:noFill/>
          </a:ln>
        </p:spPr>
      </p:pic>
      <p:pic>
        <p:nvPicPr>
          <p:cNvPr id="132" name="Google Shape;132;p16" descr="image.png"/>
          <p:cNvPicPr preferRelativeResize="0"/>
          <p:nvPr/>
        </p:nvPicPr>
        <p:blipFill rotWithShape="1">
          <a:blip r:embed="rId7">
            <a:alphaModFix/>
          </a:blip>
          <a:srcRect/>
          <a:stretch/>
        </p:blipFill>
        <p:spPr>
          <a:xfrm>
            <a:off x="8128099" y="2116931"/>
            <a:ext cx="3492549" cy="2638425"/>
          </a:xfrm>
          <a:prstGeom prst="rect">
            <a:avLst/>
          </a:prstGeom>
          <a:noFill/>
          <a:ln>
            <a:noFill/>
          </a:ln>
        </p:spPr>
      </p:pic>
      <p:sp>
        <p:nvSpPr>
          <p:cNvPr id="133" name="Google Shape;133;p16"/>
          <p:cNvSpPr txBox="1"/>
          <p:nvPr/>
        </p:nvSpPr>
        <p:spPr>
          <a:xfrm>
            <a:off x="914400" y="2459831"/>
            <a:ext cx="2806749" cy="390525"/>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2250" b="0" i="0" u="none" strike="noStrike" cap="none">
                <a:solidFill>
                  <a:srgbClr val="005088"/>
                </a:solidFill>
                <a:latin typeface="Arial"/>
                <a:ea typeface="Arial"/>
                <a:cs typeface="Arial"/>
                <a:sym typeface="Arial"/>
              </a:rPr>
              <a:t>$0</a:t>
            </a:r>
            <a:endParaRPr/>
          </a:p>
        </p:txBody>
      </p:sp>
      <p:sp>
        <p:nvSpPr>
          <p:cNvPr id="134" name="Google Shape;134;p16"/>
          <p:cNvSpPr txBox="1"/>
          <p:nvPr/>
        </p:nvSpPr>
        <p:spPr>
          <a:xfrm>
            <a:off x="914400" y="3040856"/>
            <a:ext cx="2947087" cy="38100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2400" b="1" i="0" u="none" strike="noStrike" cap="none">
                <a:solidFill>
                  <a:srgbClr val="005088"/>
                </a:solidFill>
                <a:latin typeface="Merriweather"/>
                <a:ea typeface="Merriweather"/>
                <a:cs typeface="Merriweather"/>
                <a:sym typeface="Merriweather"/>
              </a:rPr>
              <a:t>Ganze Zeile</a:t>
            </a:r>
            <a:endParaRPr/>
          </a:p>
        </p:txBody>
      </p:sp>
      <p:sp>
        <p:nvSpPr>
          <p:cNvPr id="135" name="Google Shape;135;p16"/>
          <p:cNvSpPr txBox="1"/>
          <p:nvPr/>
        </p:nvSpPr>
        <p:spPr>
          <a:xfrm>
            <a:off x="914400" y="3612356"/>
            <a:ext cx="2806749" cy="609600"/>
          </a:xfrm>
          <a:prstGeom prst="rect">
            <a:avLst/>
          </a:prstGeom>
          <a:noFill/>
          <a:ln>
            <a:noFill/>
          </a:ln>
        </p:spPr>
        <p:txBody>
          <a:bodyPr spcFirstLastPara="1" wrap="square" lIns="0" tIns="0" rIns="0" bIns="0" anchor="t" anchorCtr="0">
            <a:spAutoFit/>
          </a:bodyPr>
          <a:lstStyle/>
          <a:p>
            <a:pPr marL="0" marR="0" lvl="0" indent="0" algn="l" rtl="0">
              <a:lnSpc>
                <a:spcPct val="160000"/>
              </a:lnSpc>
              <a:spcBef>
                <a:spcPts val="0"/>
              </a:spcBef>
              <a:spcAft>
                <a:spcPts val="0"/>
              </a:spcAft>
              <a:buNone/>
            </a:pPr>
            <a:r>
              <a:rPr lang="en-US" sz="1500" b="0" i="0" u="none" strike="noStrike" cap="none">
                <a:solidFill>
                  <a:srgbClr val="334155"/>
                </a:solidFill>
                <a:latin typeface="DM Sans"/>
                <a:ea typeface="DM Sans"/>
                <a:cs typeface="DM Sans"/>
                <a:sym typeface="DM Sans"/>
              </a:rPr>
              <a:t>Repräsentiert den kompletten aktuellen Datensatz.</a:t>
            </a:r>
            <a:endParaRPr/>
          </a:p>
        </p:txBody>
      </p:sp>
      <p:sp>
        <p:nvSpPr>
          <p:cNvPr id="136" name="Google Shape;136;p16"/>
          <p:cNvSpPr txBox="1"/>
          <p:nvPr/>
        </p:nvSpPr>
        <p:spPr>
          <a:xfrm>
            <a:off x="4692699" y="2459831"/>
            <a:ext cx="2806749" cy="390525"/>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2250" b="0" i="0" u="none" strike="noStrike" cap="none">
                <a:solidFill>
                  <a:srgbClr val="005088"/>
                </a:solidFill>
                <a:latin typeface="Arial"/>
                <a:ea typeface="Arial"/>
                <a:cs typeface="Arial"/>
                <a:sym typeface="Arial"/>
              </a:rPr>
              <a:t>$1, $2, $n</a:t>
            </a:r>
            <a:endParaRPr/>
          </a:p>
        </p:txBody>
      </p:sp>
      <p:sp>
        <p:nvSpPr>
          <p:cNvPr id="137" name="Google Shape;137;p16"/>
          <p:cNvSpPr txBox="1"/>
          <p:nvPr/>
        </p:nvSpPr>
        <p:spPr>
          <a:xfrm>
            <a:off x="4692699" y="3040856"/>
            <a:ext cx="2947087" cy="38100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2400" b="1" i="0" u="none" strike="noStrike" cap="none">
                <a:solidFill>
                  <a:srgbClr val="005088"/>
                </a:solidFill>
                <a:latin typeface="Merriweather"/>
                <a:ea typeface="Merriweather"/>
                <a:cs typeface="Merriweather"/>
                <a:sym typeface="Merriweather"/>
              </a:rPr>
              <a:t>Einzelne Felder</a:t>
            </a:r>
            <a:endParaRPr/>
          </a:p>
        </p:txBody>
      </p:sp>
      <p:sp>
        <p:nvSpPr>
          <p:cNvPr id="138" name="Google Shape;138;p16"/>
          <p:cNvSpPr txBox="1"/>
          <p:nvPr/>
        </p:nvSpPr>
        <p:spPr>
          <a:xfrm>
            <a:off x="4692699" y="3612356"/>
            <a:ext cx="2806749" cy="609600"/>
          </a:xfrm>
          <a:prstGeom prst="rect">
            <a:avLst/>
          </a:prstGeom>
          <a:noFill/>
          <a:ln>
            <a:noFill/>
          </a:ln>
        </p:spPr>
        <p:txBody>
          <a:bodyPr spcFirstLastPara="1" wrap="square" lIns="0" tIns="0" rIns="0" bIns="0" anchor="t" anchorCtr="0">
            <a:spAutoFit/>
          </a:bodyPr>
          <a:lstStyle/>
          <a:p>
            <a:pPr marL="0" marR="0" lvl="0" indent="0" algn="l" rtl="0">
              <a:lnSpc>
                <a:spcPct val="160000"/>
              </a:lnSpc>
              <a:spcBef>
                <a:spcPts val="0"/>
              </a:spcBef>
              <a:spcAft>
                <a:spcPts val="0"/>
              </a:spcAft>
              <a:buNone/>
            </a:pPr>
            <a:r>
              <a:rPr lang="en-US" sz="1500" b="0" i="0" u="none" strike="noStrike" cap="none">
                <a:solidFill>
                  <a:srgbClr val="334155"/>
                </a:solidFill>
                <a:latin typeface="DM Sans"/>
                <a:ea typeface="DM Sans"/>
                <a:cs typeface="DM Sans"/>
                <a:sym typeface="DM Sans"/>
              </a:rPr>
              <a:t>Referenziert Spalten basierend auf dem Trennzeichen (FS).</a:t>
            </a:r>
            <a:endParaRPr/>
          </a:p>
        </p:txBody>
      </p:sp>
      <p:sp>
        <p:nvSpPr>
          <p:cNvPr id="139" name="Google Shape;139;p16"/>
          <p:cNvSpPr txBox="1"/>
          <p:nvPr/>
        </p:nvSpPr>
        <p:spPr>
          <a:xfrm>
            <a:off x="8470999" y="2459831"/>
            <a:ext cx="2806749" cy="390525"/>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2250" b="0" i="0" u="none" strike="noStrike" cap="none">
                <a:solidFill>
                  <a:srgbClr val="005088"/>
                </a:solidFill>
                <a:latin typeface="Arial"/>
                <a:ea typeface="Arial"/>
                <a:cs typeface="Arial"/>
                <a:sym typeface="Arial"/>
              </a:rPr>
              <a:t>$NF</a:t>
            </a:r>
            <a:endParaRPr/>
          </a:p>
        </p:txBody>
      </p:sp>
      <p:sp>
        <p:nvSpPr>
          <p:cNvPr id="140" name="Google Shape;140;p16"/>
          <p:cNvSpPr txBox="1"/>
          <p:nvPr/>
        </p:nvSpPr>
        <p:spPr>
          <a:xfrm>
            <a:off x="8470999" y="3040856"/>
            <a:ext cx="2947087" cy="38100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2400" b="1" i="0" u="none" strike="noStrike" cap="none">
                <a:solidFill>
                  <a:srgbClr val="005088"/>
                </a:solidFill>
                <a:latin typeface="Merriweather"/>
                <a:ea typeface="Merriweather"/>
                <a:cs typeface="Merriweather"/>
                <a:sym typeface="Merriweather"/>
              </a:rPr>
              <a:t>Letztes Feld</a:t>
            </a:r>
            <a:endParaRPr/>
          </a:p>
        </p:txBody>
      </p:sp>
      <p:sp>
        <p:nvSpPr>
          <p:cNvPr id="141" name="Google Shape;141;p16"/>
          <p:cNvSpPr txBox="1"/>
          <p:nvPr/>
        </p:nvSpPr>
        <p:spPr>
          <a:xfrm>
            <a:off x="8470999" y="3612356"/>
            <a:ext cx="2806749" cy="609600"/>
          </a:xfrm>
          <a:prstGeom prst="rect">
            <a:avLst/>
          </a:prstGeom>
          <a:noFill/>
          <a:ln>
            <a:noFill/>
          </a:ln>
        </p:spPr>
        <p:txBody>
          <a:bodyPr spcFirstLastPara="1" wrap="square" lIns="0" tIns="0" rIns="0" bIns="0" anchor="t" anchorCtr="0">
            <a:spAutoFit/>
          </a:bodyPr>
          <a:lstStyle/>
          <a:p>
            <a:pPr marL="0" marR="0" lvl="0" indent="0" algn="l" rtl="0">
              <a:lnSpc>
                <a:spcPct val="160000"/>
              </a:lnSpc>
              <a:spcBef>
                <a:spcPts val="0"/>
              </a:spcBef>
              <a:spcAft>
                <a:spcPts val="0"/>
              </a:spcAft>
              <a:buNone/>
            </a:pPr>
            <a:r>
              <a:rPr lang="en-US" sz="1500" b="0" i="0" u="none" strike="noStrike" cap="none">
                <a:solidFill>
                  <a:srgbClr val="334155"/>
                </a:solidFill>
                <a:latin typeface="DM Sans"/>
                <a:ea typeface="DM Sans"/>
                <a:cs typeface="DM Sans"/>
                <a:sym typeface="DM Sans"/>
              </a:rPr>
              <a:t>Dynamischer Zugriff auf das Ende der Zeile.</a:t>
            </a:r>
            <a:endParaRPr/>
          </a:p>
        </p:txBody>
      </p:sp>
      <p:sp>
        <p:nvSpPr>
          <p:cNvPr id="142" name="Google Shape;142;p16"/>
          <p:cNvSpPr txBox="1"/>
          <p:nvPr/>
        </p:nvSpPr>
        <p:spPr>
          <a:xfrm>
            <a:off x="762000" y="919311"/>
            <a:ext cx="11401425" cy="523875"/>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3300" b="1" i="0" u="none" strike="noStrike" cap="none">
                <a:solidFill>
                  <a:srgbClr val="003366"/>
                </a:solidFill>
                <a:latin typeface="Merriweather"/>
                <a:ea typeface="Merriweather"/>
                <a:cs typeface="Merriweather"/>
                <a:sym typeface="Merriweather"/>
              </a:rPr>
              <a:t>Feld-Identifikatoren</a:t>
            </a:r>
            <a:endParaRPr/>
          </a:p>
        </p:txBody>
      </p:sp>
      <p:sp>
        <p:nvSpPr>
          <p:cNvPr id="143" name="Google Shape;143;p16"/>
          <p:cNvSpPr/>
          <p:nvPr/>
        </p:nvSpPr>
        <p:spPr>
          <a:xfrm>
            <a:off x="571500" y="919311"/>
            <a:ext cx="76200" cy="523875"/>
          </a:xfrm>
          <a:prstGeom prst="rect">
            <a:avLst/>
          </a:prstGeom>
          <a:solidFill>
            <a:srgbClr val="005088"/>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147"/>
        <p:cNvGrpSpPr/>
        <p:nvPr/>
      </p:nvGrpSpPr>
      <p:grpSpPr>
        <a:xfrm>
          <a:off x="0" y="0"/>
          <a:ext cx="0" cy="0"/>
          <a:chOff x="0" y="0"/>
          <a:chExt cx="0" cy="0"/>
        </a:xfrm>
      </p:grpSpPr>
      <p:pic>
        <p:nvPicPr>
          <p:cNvPr id="148" name="Google Shape;148;p17" descr="image.png"/>
          <p:cNvPicPr preferRelativeResize="0"/>
          <p:nvPr/>
        </p:nvPicPr>
        <p:blipFill rotWithShape="1">
          <a:blip r:embed="rId3">
            <a:alphaModFix/>
          </a:blip>
          <a:srcRect/>
          <a:stretch/>
        </p:blipFill>
        <p:spPr>
          <a:xfrm>
            <a:off x="0" y="0"/>
            <a:ext cx="12192000" cy="6858000"/>
          </a:xfrm>
          <a:prstGeom prst="rect">
            <a:avLst/>
          </a:prstGeom>
          <a:noFill/>
          <a:ln>
            <a:noFill/>
          </a:ln>
        </p:spPr>
      </p:pic>
      <p:graphicFrame>
        <p:nvGraphicFramePr>
          <p:cNvPr id="149" name="Google Shape;149;p17"/>
          <p:cNvGraphicFramePr/>
          <p:nvPr/>
        </p:nvGraphicFramePr>
        <p:xfrm>
          <a:off x="571500" y="2450306"/>
          <a:ext cx="11049000" cy="3305125"/>
        </p:xfrm>
        <a:graphic>
          <a:graphicData uri="http://schemas.openxmlformats.org/drawingml/2006/table">
            <a:tbl>
              <a:tblPr firstRow="1" bandRow="1">
                <a:noFill/>
                <a:tableStyleId>{A09EDF46-306E-4F72-838C-19D5F14D5AA4}</a:tableStyleId>
              </a:tblPr>
              <a:tblGrid>
                <a:gridCol w="1850375">
                  <a:extLst>
                    <a:ext uri="{9D8B030D-6E8A-4147-A177-3AD203B41FA5}">
                      <a16:colId xmlns:a16="http://schemas.microsoft.com/office/drawing/2014/main" val="20000"/>
                    </a:ext>
                  </a:extLst>
                </a:gridCol>
                <a:gridCol w="9198625">
                  <a:extLst>
                    <a:ext uri="{9D8B030D-6E8A-4147-A177-3AD203B41FA5}">
                      <a16:colId xmlns:a16="http://schemas.microsoft.com/office/drawing/2014/main" val="20001"/>
                    </a:ext>
                  </a:extLst>
                </a:gridCol>
              </a:tblGrid>
              <a:tr h="550850">
                <a:tc>
                  <a:txBody>
                    <a:bodyPr/>
                    <a:lstStyle/>
                    <a:p>
                      <a:pPr marL="0" marR="0" lvl="0" indent="0" algn="l" rtl="0">
                        <a:spcBef>
                          <a:spcPts val="0"/>
                        </a:spcBef>
                        <a:spcAft>
                          <a:spcPts val="0"/>
                        </a:spcAft>
                        <a:buNone/>
                      </a:pPr>
                      <a:r>
                        <a:rPr lang="en-US" sz="1500" b="0" i="0" u="none" strike="noStrike" cap="none">
                          <a:solidFill>
                            <a:srgbClr val="FFFFFF"/>
                          </a:solidFill>
                          <a:latin typeface="DM Sans Medium"/>
                          <a:ea typeface="DM Sans Medium"/>
                          <a:cs typeface="DM Sans Medium"/>
                          <a:sym typeface="DM Sans Medium"/>
                        </a:rPr>
                        <a:t>Variable</a:t>
                      </a:r>
                      <a:endParaRPr/>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rgbClr val="003366"/>
                    </a:solidFill>
                  </a:tcPr>
                </a:tc>
                <a:tc>
                  <a:txBody>
                    <a:bodyPr/>
                    <a:lstStyle/>
                    <a:p>
                      <a:pPr marL="0" marR="0" lvl="0" indent="0" algn="l" rtl="0">
                        <a:spcBef>
                          <a:spcPts val="0"/>
                        </a:spcBef>
                        <a:spcAft>
                          <a:spcPts val="0"/>
                        </a:spcAft>
                        <a:buNone/>
                      </a:pPr>
                      <a:r>
                        <a:rPr lang="en-US" sz="1500" b="0" i="0" u="none" strike="noStrike" cap="none">
                          <a:solidFill>
                            <a:srgbClr val="FFFFFF"/>
                          </a:solidFill>
                          <a:latin typeface="DM Sans Medium"/>
                          <a:ea typeface="DM Sans Medium"/>
                          <a:cs typeface="DM Sans Medium"/>
                          <a:sym typeface="DM Sans Medium"/>
                        </a:rPr>
                        <a:t>Bedeutung</a:t>
                      </a:r>
                      <a:endParaRPr/>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rgbClr val="003366"/>
                    </a:solidFill>
                  </a:tcPr>
                </a:tc>
                <a:extLst>
                  <a:ext uri="{0D108BD9-81ED-4DB2-BD59-A6C34878D82A}">
                    <a16:rowId xmlns:a16="http://schemas.microsoft.com/office/drawing/2014/main" val="10000"/>
                  </a:ext>
                </a:extLst>
              </a:tr>
              <a:tr h="550850">
                <a:tc>
                  <a:txBody>
                    <a:bodyPr/>
                    <a:lstStyle/>
                    <a:p>
                      <a:pPr marL="0" marR="0" lvl="0" indent="0" algn="l" rtl="0">
                        <a:spcBef>
                          <a:spcPts val="0"/>
                        </a:spcBef>
                        <a:spcAft>
                          <a:spcPts val="0"/>
                        </a:spcAft>
                        <a:buNone/>
                      </a:pPr>
                      <a:r>
                        <a:rPr lang="en-US" sz="1500" b="1" i="0" u="none" strike="noStrike" cap="none">
                          <a:solidFill>
                            <a:srgbClr val="334155"/>
                          </a:solidFill>
                          <a:latin typeface="Courier New"/>
                          <a:ea typeface="Courier New"/>
                          <a:cs typeface="Courier New"/>
                          <a:sym typeface="Courier New"/>
                        </a:rPr>
                        <a:t>FS</a:t>
                      </a:r>
                      <a:endParaRPr/>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l" rtl="0">
                        <a:spcBef>
                          <a:spcPts val="0"/>
                        </a:spcBef>
                        <a:spcAft>
                          <a:spcPts val="0"/>
                        </a:spcAft>
                        <a:buNone/>
                      </a:pPr>
                      <a:r>
                        <a:rPr lang="en-US" sz="1500" b="1" i="0" u="none" strike="noStrike" cap="none">
                          <a:solidFill>
                            <a:srgbClr val="334155"/>
                          </a:solidFill>
                          <a:latin typeface="Courier New"/>
                          <a:ea typeface="Courier New"/>
                          <a:cs typeface="Courier New"/>
                          <a:sym typeface="Courier New"/>
                        </a:rPr>
                        <a:t>Field Separator (Trennzeichen beim Einlesen)</a:t>
                      </a:r>
                      <a:endParaRPr/>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extLst>
                  <a:ext uri="{0D108BD9-81ED-4DB2-BD59-A6C34878D82A}">
                    <a16:rowId xmlns:a16="http://schemas.microsoft.com/office/drawing/2014/main" val="10001"/>
                  </a:ext>
                </a:extLst>
              </a:tr>
              <a:tr h="550850">
                <a:tc>
                  <a:txBody>
                    <a:bodyPr/>
                    <a:lstStyle/>
                    <a:p>
                      <a:pPr marL="0" marR="0" lvl="0" indent="0" algn="l" rtl="0">
                        <a:spcBef>
                          <a:spcPts val="0"/>
                        </a:spcBef>
                        <a:spcAft>
                          <a:spcPts val="0"/>
                        </a:spcAft>
                        <a:buNone/>
                      </a:pPr>
                      <a:r>
                        <a:rPr lang="en-US" sz="1500" b="1" i="0" u="none" strike="noStrike" cap="none">
                          <a:solidFill>
                            <a:srgbClr val="334155"/>
                          </a:solidFill>
                          <a:latin typeface="Courier New"/>
                          <a:ea typeface="Courier New"/>
                          <a:cs typeface="Courier New"/>
                          <a:sym typeface="Courier New"/>
                        </a:rPr>
                        <a:t>OFS</a:t>
                      </a:r>
                      <a:endParaRPr/>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rgbClr val="F8FAFC"/>
                    </a:solidFill>
                  </a:tcPr>
                </a:tc>
                <a:tc>
                  <a:txBody>
                    <a:bodyPr/>
                    <a:lstStyle/>
                    <a:p>
                      <a:pPr marL="0" marR="0" lvl="0" indent="0" algn="l" rtl="0">
                        <a:spcBef>
                          <a:spcPts val="0"/>
                        </a:spcBef>
                        <a:spcAft>
                          <a:spcPts val="0"/>
                        </a:spcAft>
                        <a:buNone/>
                      </a:pPr>
                      <a:r>
                        <a:rPr lang="en-US" sz="1500" b="1" i="0" u="none" strike="noStrike" cap="none">
                          <a:solidFill>
                            <a:srgbClr val="334155"/>
                          </a:solidFill>
                          <a:latin typeface="Courier New"/>
                          <a:ea typeface="Courier New"/>
                          <a:cs typeface="Courier New"/>
                          <a:sym typeface="Courier New"/>
                        </a:rPr>
                        <a:t>Output Field Separator (Trennzeichen bei der Ausgabe)</a:t>
                      </a:r>
                      <a:endParaRPr/>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rgbClr val="F8FAFC"/>
                    </a:solidFill>
                  </a:tcPr>
                </a:tc>
                <a:extLst>
                  <a:ext uri="{0D108BD9-81ED-4DB2-BD59-A6C34878D82A}">
                    <a16:rowId xmlns:a16="http://schemas.microsoft.com/office/drawing/2014/main" val="10002"/>
                  </a:ext>
                </a:extLst>
              </a:tr>
              <a:tr h="550850">
                <a:tc>
                  <a:txBody>
                    <a:bodyPr/>
                    <a:lstStyle/>
                    <a:p>
                      <a:pPr marL="0" marR="0" lvl="0" indent="0" algn="l" rtl="0">
                        <a:spcBef>
                          <a:spcPts val="0"/>
                        </a:spcBef>
                        <a:spcAft>
                          <a:spcPts val="0"/>
                        </a:spcAft>
                        <a:buNone/>
                      </a:pPr>
                      <a:r>
                        <a:rPr lang="en-US" sz="1500" b="1" i="0" u="none" strike="noStrike" cap="none">
                          <a:solidFill>
                            <a:srgbClr val="334155"/>
                          </a:solidFill>
                          <a:latin typeface="Courier New"/>
                          <a:ea typeface="Courier New"/>
                          <a:cs typeface="Courier New"/>
                          <a:sym typeface="Courier New"/>
                        </a:rPr>
                        <a:t>NR</a:t>
                      </a:r>
                      <a:endParaRPr/>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l" rtl="0">
                        <a:spcBef>
                          <a:spcPts val="0"/>
                        </a:spcBef>
                        <a:spcAft>
                          <a:spcPts val="0"/>
                        </a:spcAft>
                        <a:buNone/>
                      </a:pPr>
                      <a:r>
                        <a:rPr lang="en-US" sz="1500" b="1" i="0" u="none" strike="noStrike" cap="none">
                          <a:solidFill>
                            <a:srgbClr val="334155"/>
                          </a:solidFill>
                          <a:latin typeface="Courier New"/>
                          <a:ea typeface="Courier New"/>
                          <a:cs typeface="Courier New"/>
                          <a:sym typeface="Courier New"/>
                        </a:rPr>
                        <a:t>Number of Records (Aktuelle Zeilennummer)</a:t>
                      </a:r>
                      <a:endParaRPr/>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extLst>
                  <a:ext uri="{0D108BD9-81ED-4DB2-BD59-A6C34878D82A}">
                    <a16:rowId xmlns:a16="http://schemas.microsoft.com/office/drawing/2014/main" val="10003"/>
                  </a:ext>
                </a:extLst>
              </a:tr>
              <a:tr h="550850">
                <a:tc>
                  <a:txBody>
                    <a:bodyPr/>
                    <a:lstStyle/>
                    <a:p>
                      <a:pPr marL="0" marR="0" lvl="0" indent="0" algn="l" rtl="0">
                        <a:spcBef>
                          <a:spcPts val="0"/>
                        </a:spcBef>
                        <a:spcAft>
                          <a:spcPts val="0"/>
                        </a:spcAft>
                        <a:buNone/>
                      </a:pPr>
                      <a:r>
                        <a:rPr lang="en-US" sz="1500" b="1" i="0" u="none" strike="noStrike" cap="none">
                          <a:solidFill>
                            <a:srgbClr val="334155"/>
                          </a:solidFill>
                          <a:latin typeface="Courier New"/>
                          <a:ea typeface="Courier New"/>
                          <a:cs typeface="Courier New"/>
                          <a:sym typeface="Courier New"/>
                        </a:rPr>
                        <a:t>NF</a:t>
                      </a:r>
                      <a:endParaRPr/>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rgbClr val="F8FAFC"/>
                    </a:solidFill>
                  </a:tcPr>
                </a:tc>
                <a:tc>
                  <a:txBody>
                    <a:bodyPr/>
                    <a:lstStyle/>
                    <a:p>
                      <a:pPr marL="0" marR="0" lvl="0" indent="0" algn="l" rtl="0">
                        <a:spcBef>
                          <a:spcPts val="0"/>
                        </a:spcBef>
                        <a:spcAft>
                          <a:spcPts val="0"/>
                        </a:spcAft>
                        <a:buNone/>
                      </a:pPr>
                      <a:r>
                        <a:rPr lang="en-US" sz="1500" b="1" i="0" u="none" strike="noStrike" cap="none">
                          <a:solidFill>
                            <a:srgbClr val="334155"/>
                          </a:solidFill>
                          <a:latin typeface="Courier New"/>
                          <a:ea typeface="Courier New"/>
                          <a:cs typeface="Courier New"/>
                          <a:sym typeface="Courier New"/>
                        </a:rPr>
                        <a:t>Number of Fields (Anzahl der Spalten in der Zeile)</a:t>
                      </a:r>
                      <a:endParaRPr/>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rgbClr val="F8FAFC"/>
                    </a:solidFill>
                  </a:tcPr>
                </a:tc>
                <a:extLst>
                  <a:ext uri="{0D108BD9-81ED-4DB2-BD59-A6C34878D82A}">
                    <a16:rowId xmlns:a16="http://schemas.microsoft.com/office/drawing/2014/main" val="10004"/>
                  </a:ext>
                </a:extLst>
              </a:tr>
              <a:tr h="550875">
                <a:tc>
                  <a:txBody>
                    <a:bodyPr/>
                    <a:lstStyle/>
                    <a:p>
                      <a:pPr marL="0" marR="0" lvl="0" indent="0" algn="l" rtl="0">
                        <a:spcBef>
                          <a:spcPts val="0"/>
                        </a:spcBef>
                        <a:spcAft>
                          <a:spcPts val="0"/>
                        </a:spcAft>
                        <a:buNone/>
                      </a:pPr>
                      <a:r>
                        <a:rPr lang="en-US" sz="1500" b="1" i="0" u="none" strike="noStrike" cap="none">
                          <a:solidFill>
                            <a:srgbClr val="334155"/>
                          </a:solidFill>
                          <a:latin typeface="Courier New"/>
                          <a:ea typeface="Courier New"/>
                          <a:cs typeface="Courier New"/>
                          <a:sym typeface="Courier New"/>
                        </a:rPr>
                        <a:t>FILENAME</a:t>
                      </a:r>
                      <a:endParaRPr/>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l" rtl="0">
                        <a:spcBef>
                          <a:spcPts val="0"/>
                        </a:spcBef>
                        <a:spcAft>
                          <a:spcPts val="0"/>
                        </a:spcAft>
                        <a:buNone/>
                      </a:pPr>
                      <a:r>
                        <a:rPr lang="en-US" sz="1500" b="1" i="0" u="none" strike="noStrike" cap="none">
                          <a:solidFill>
                            <a:srgbClr val="334155"/>
                          </a:solidFill>
                          <a:latin typeface="Courier New"/>
                          <a:ea typeface="Courier New"/>
                          <a:cs typeface="Courier New"/>
                          <a:sym typeface="Courier New"/>
                        </a:rPr>
                        <a:t>Name der aktuell verarbeiteten Datei</a:t>
                      </a:r>
                      <a:endParaRPr/>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extLst>
                  <a:ext uri="{0D108BD9-81ED-4DB2-BD59-A6C34878D82A}">
                    <a16:rowId xmlns:a16="http://schemas.microsoft.com/office/drawing/2014/main" val="10005"/>
                  </a:ext>
                </a:extLst>
              </a:tr>
            </a:tbl>
          </a:graphicData>
        </a:graphic>
      </p:graphicFrame>
      <p:sp>
        <p:nvSpPr>
          <p:cNvPr id="150" name="Google Shape;150;p17"/>
          <p:cNvSpPr/>
          <p:nvPr/>
        </p:nvSpPr>
        <p:spPr>
          <a:xfrm>
            <a:off x="571500" y="3569493"/>
            <a:ext cx="1850380" cy="9525"/>
          </a:xfrm>
          <a:prstGeom prst="rect">
            <a:avLst/>
          </a:prstGeom>
          <a:solidFill>
            <a:srgbClr val="E2E8F0"/>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151" name="Google Shape;151;p17"/>
          <p:cNvSpPr/>
          <p:nvPr/>
        </p:nvSpPr>
        <p:spPr>
          <a:xfrm>
            <a:off x="2421880" y="3569493"/>
            <a:ext cx="9198619" cy="9525"/>
          </a:xfrm>
          <a:prstGeom prst="rect">
            <a:avLst/>
          </a:prstGeom>
          <a:solidFill>
            <a:srgbClr val="E2E8F0"/>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152" name="Google Shape;152;p17"/>
          <p:cNvSpPr/>
          <p:nvPr/>
        </p:nvSpPr>
        <p:spPr>
          <a:xfrm>
            <a:off x="571500" y="4112418"/>
            <a:ext cx="1850380" cy="9525"/>
          </a:xfrm>
          <a:prstGeom prst="rect">
            <a:avLst/>
          </a:prstGeom>
          <a:solidFill>
            <a:srgbClr val="E2E8F0"/>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153" name="Google Shape;153;p17"/>
          <p:cNvSpPr/>
          <p:nvPr/>
        </p:nvSpPr>
        <p:spPr>
          <a:xfrm>
            <a:off x="2421880" y="4112418"/>
            <a:ext cx="9198619" cy="9525"/>
          </a:xfrm>
          <a:prstGeom prst="rect">
            <a:avLst/>
          </a:prstGeom>
          <a:solidFill>
            <a:srgbClr val="E2E8F0"/>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154" name="Google Shape;154;p17"/>
          <p:cNvSpPr/>
          <p:nvPr/>
        </p:nvSpPr>
        <p:spPr>
          <a:xfrm>
            <a:off x="571500" y="4655343"/>
            <a:ext cx="1850380" cy="9525"/>
          </a:xfrm>
          <a:prstGeom prst="rect">
            <a:avLst/>
          </a:prstGeom>
          <a:solidFill>
            <a:srgbClr val="E2E8F0"/>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155" name="Google Shape;155;p17"/>
          <p:cNvSpPr/>
          <p:nvPr/>
        </p:nvSpPr>
        <p:spPr>
          <a:xfrm>
            <a:off x="2421880" y="4655343"/>
            <a:ext cx="9198619" cy="9525"/>
          </a:xfrm>
          <a:prstGeom prst="rect">
            <a:avLst/>
          </a:prstGeom>
          <a:solidFill>
            <a:srgbClr val="E2E8F0"/>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156" name="Google Shape;156;p17"/>
          <p:cNvSpPr/>
          <p:nvPr/>
        </p:nvSpPr>
        <p:spPr>
          <a:xfrm>
            <a:off x="571500" y="5198268"/>
            <a:ext cx="1850380" cy="9525"/>
          </a:xfrm>
          <a:prstGeom prst="rect">
            <a:avLst/>
          </a:prstGeom>
          <a:solidFill>
            <a:srgbClr val="E2E8F0"/>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157" name="Google Shape;157;p17"/>
          <p:cNvSpPr/>
          <p:nvPr/>
        </p:nvSpPr>
        <p:spPr>
          <a:xfrm>
            <a:off x="2421880" y="5198268"/>
            <a:ext cx="9198619" cy="9525"/>
          </a:xfrm>
          <a:prstGeom prst="rect">
            <a:avLst/>
          </a:prstGeom>
          <a:solidFill>
            <a:srgbClr val="E2E8F0"/>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158" name="Google Shape;158;p17"/>
          <p:cNvSpPr/>
          <p:nvPr/>
        </p:nvSpPr>
        <p:spPr>
          <a:xfrm>
            <a:off x="571500" y="5741193"/>
            <a:ext cx="1850380" cy="9525"/>
          </a:xfrm>
          <a:prstGeom prst="rect">
            <a:avLst/>
          </a:prstGeom>
          <a:solidFill>
            <a:srgbClr val="E2E8F0"/>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159" name="Google Shape;159;p17"/>
          <p:cNvSpPr/>
          <p:nvPr/>
        </p:nvSpPr>
        <p:spPr>
          <a:xfrm>
            <a:off x="2421880" y="5741193"/>
            <a:ext cx="9198619" cy="9525"/>
          </a:xfrm>
          <a:prstGeom prst="rect">
            <a:avLst/>
          </a:prstGeom>
          <a:solidFill>
            <a:srgbClr val="E2E8F0"/>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160" name="Google Shape;160;p17"/>
          <p:cNvSpPr txBox="1"/>
          <p:nvPr/>
        </p:nvSpPr>
        <p:spPr>
          <a:xfrm>
            <a:off x="762000" y="919311"/>
            <a:ext cx="11401425" cy="523875"/>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3300" b="1" i="0" u="none" strike="noStrike" cap="none">
                <a:solidFill>
                  <a:srgbClr val="003366"/>
                </a:solidFill>
                <a:latin typeface="Merriweather"/>
                <a:ea typeface="Merriweather"/>
                <a:cs typeface="Merriweather"/>
                <a:sym typeface="Merriweather"/>
              </a:rPr>
              <a:t>Eingebaute Variablen</a:t>
            </a:r>
            <a:endParaRPr/>
          </a:p>
        </p:txBody>
      </p:sp>
      <p:sp>
        <p:nvSpPr>
          <p:cNvPr id="161" name="Google Shape;161;p17"/>
          <p:cNvSpPr/>
          <p:nvPr/>
        </p:nvSpPr>
        <p:spPr>
          <a:xfrm>
            <a:off x="571500" y="919311"/>
            <a:ext cx="76200" cy="523875"/>
          </a:xfrm>
          <a:prstGeom prst="rect">
            <a:avLst/>
          </a:prstGeom>
          <a:solidFill>
            <a:srgbClr val="005088"/>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003366"/>
        </a:solidFill>
        <a:effectLst/>
      </p:bgPr>
    </p:bg>
    <p:spTree>
      <p:nvGrpSpPr>
        <p:cNvPr id="1" name="Shape 165"/>
        <p:cNvGrpSpPr/>
        <p:nvPr/>
      </p:nvGrpSpPr>
      <p:grpSpPr>
        <a:xfrm>
          <a:off x="0" y="0"/>
          <a:ext cx="0" cy="0"/>
          <a:chOff x="0" y="0"/>
          <a:chExt cx="0" cy="0"/>
        </a:xfrm>
      </p:grpSpPr>
      <p:pic>
        <p:nvPicPr>
          <p:cNvPr id="166" name="Google Shape;166;p18" descr="image.png"/>
          <p:cNvPicPr preferRelativeResize="0"/>
          <p:nvPr/>
        </p:nvPicPr>
        <p:blipFill rotWithShape="1">
          <a:blip r:embed="rId3">
            <a:alphaModFix/>
          </a:blip>
          <a:srcRect/>
          <a:stretch/>
        </p:blipFill>
        <p:spPr>
          <a:xfrm>
            <a:off x="0" y="0"/>
            <a:ext cx="12192000" cy="6858000"/>
          </a:xfrm>
          <a:prstGeom prst="rect">
            <a:avLst/>
          </a:prstGeom>
          <a:noFill/>
          <a:ln>
            <a:noFill/>
          </a:ln>
        </p:spPr>
      </p:pic>
      <p:sp>
        <p:nvSpPr>
          <p:cNvPr id="167" name="Google Shape;167;p18"/>
          <p:cNvSpPr/>
          <p:nvPr/>
        </p:nvSpPr>
        <p:spPr>
          <a:xfrm>
            <a:off x="5619750" y="2337792"/>
            <a:ext cx="952500" cy="38100"/>
          </a:xfrm>
          <a:prstGeom prst="rect">
            <a:avLst/>
          </a:prstGeom>
          <a:solidFill>
            <a:srgbClr val="FFFFFF"/>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168" name="Google Shape;168;p18"/>
          <p:cNvSpPr txBox="1"/>
          <p:nvPr/>
        </p:nvSpPr>
        <p:spPr>
          <a:xfrm>
            <a:off x="3225641" y="3167508"/>
            <a:ext cx="5740717" cy="762000"/>
          </a:xfrm>
          <a:prstGeom prst="rect">
            <a:avLst/>
          </a:prstGeom>
          <a:noFill/>
          <a:ln>
            <a:noFill/>
          </a:ln>
        </p:spPr>
        <p:txBody>
          <a:bodyPr spcFirstLastPara="1" wrap="square" lIns="0" tIns="0" rIns="0" bIns="0" anchor="t" anchorCtr="0">
            <a:spAutoFit/>
          </a:bodyPr>
          <a:lstStyle/>
          <a:p>
            <a:pPr marL="0" marR="0" lvl="0" indent="0" algn="ctr" rtl="0">
              <a:spcBef>
                <a:spcPts val="0"/>
              </a:spcBef>
              <a:spcAft>
                <a:spcPts val="0"/>
              </a:spcAft>
              <a:buNone/>
            </a:pPr>
            <a:r>
              <a:rPr lang="en-US" sz="4800" b="1" i="0" u="none" strike="noStrike" cap="none">
                <a:solidFill>
                  <a:srgbClr val="FFFFFF"/>
                </a:solidFill>
                <a:latin typeface="Merriweather"/>
                <a:ea typeface="Merriweather"/>
                <a:cs typeface="Merriweather"/>
                <a:sym typeface="Merriweather"/>
              </a:rPr>
              <a:t>Logik &amp; Workflow</a:t>
            </a:r>
            <a:endParaRPr/>
          </a:p>
        </p:txBody>
      </p:sp>
      <p:sp>
        <p:nvSpPr>
          <p:cNvPr id="169" name="Google Shape;169;p18"/>
          <p:cNvSpPr txBox="1"/>
          <p:nvPr/>
        </p:nvSpPr>
        <p:spPr>
          <a:xfrm>
            <a:off x="4743450" y="4310508"/>
            <a:ext cx="2705100" cy="304800"/>
          </a:xfrm>
          <a:prstGeom prst="rect">
            <a:avLst/>
          </a:prstGeom>
          <a:noFill/>
          <a:ln>
            <a:noFill/>
          </a:ln>
        </p:spPr>
        <p:txBody>
          <a:bodyPr spcFirstLastPara="1" wrap="square" lIns="0" tIns="0" rIns="0" bIns="0" anchor="t" anchorCtr="0">
            <a:spAutoFit/>
          </a:bodyPr>
          <a:lstStyle/>
          <a:p>
            <a:pPr marL="0" marR="0" lvl="0" indent="0" algn="ctr" rtl="0">
              <a:lnSpc>
                <a:spcPct val="160000"/>
              </a:lnSpc>
              <a:spcBef>
                <a:spcPts val="0"/>
              </a:spcBef>
              <a:spcAft>
                <a:spcPts val="0"/>
              </a:spcAft>
              <a:buNone/>
            </a:pPr>
            <a:r>
              <a:rPr lang="en-US" sz="1500" b="0" i="0" u="none" strike="noStrike" cap="none">
                <a:solidFill>
                  <a:srgbClr val="CBD5E1"/>
                </a:solidFill>
                <a:latin typeface="DM Sans"/>
                <a:ea typeface="DM Sans"/>
                <a:cs typeface="DM Sans"/>
                <a:sym typeface="DM Sans"/>
              </a:rPr>
              <a:t>BEGIN, END und Filter-Kriterien</a:t>
            </a:r>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173"/>
        <p:cNvGrpSpPr/>
        <p:nvPr/>
      </p:nvGrpSpPr>
      <p:grpSpPr>
        <a:xfrm>
          <a:off x="0" y="0"/>
          <a:ext cx="0" cy="0"/>
          <a:chOff x="0" y="0"/>
          <a:chExt cx="0" cy="0"/>
        </a:xfrm>
      </p:grpSpPr>
      <p:pic>
        <p:nvPicPr>
          <p:cNvPr id="174" name="Google Shape;174;p19" descr="image.png"/>
          <p:cNvPicPr preferRelativeResize="0"/>
          <p:nvPr/>
        </p:nvPicPr>
        <p:blipFill rotWithShape="1">
          <a:blip r:embed="rId3">
            <a:alphaModFix/>
          </a:blip>
          <a:srcRect/>
          <a:stretch/>
        </p:blipFill>
        <p:spPr>
          <a:xfrm>
            <a:off x="0" y="0"/>
            <a:ext cx="12192000" cy="6858000"/>
          </a:xfrm>
          <a:prstGeom prst="rect">
            <a:avLst/>
          </a:prstGeom>
          <a:noFill/>
          <a:ln>
            <a:noFill/>
          </a:ln>
        </p:spPr>
      </p:pic>
      <p:pic>
        <p:nvPicPr>
          <p:cNvPr id="175" name="Google Shape;175;p19" descr="image.png"/>
          <p:cNvPicPr preferRelativeResize="0"/>
          <p:nvPr/>
        </p:nvPicPr>
        <p:blipFill rotWithShape="1">
          <a:blip r:embed="rId4">
            <a:alphaModFix/>
          </a:blip>
          <a:srcRect/>
          <a:stretch/>
        </p:blipFill>
        <p:spPr>
          <a:xfrm>
            <a:off x="571500" y="5074443"/>
            <a:ext cx="11049000" cy="666750"/>
          </a:xfrm>
          <a:prstGeom prst="rect">
            <a:avLst/>
          </a:prstGeom>
          <a:noFill/>
          <a:ln>
            <a:noFill/>
          </a:ln>
        </p:spPr>
      </p:pic>
      <p:sp>
        <p:nvSpPr>
          <p:cNvPr id="176" name="Google Shape;176;p19"/>
          <p:cNvSpPr/>
          <p:nvPr/>
        </p:nvSpPr>
        <p:spPr>
          <a:xfrm>
            <a:off x="571500" y="3607593"/>
            <a:ext cx="11049000" cy="38100"/>
          </a:xfrm>
          <a:prstGeom prst="rect">
            <a:avLst/>
          </a:prstGeom>
          <a:solidFill>
            <a:srgbClr val="E2E8F0"/>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177" name="Google Shape;177;p19"/>
          <p:cNvSpPr/>
          <p:nvPr/>
        </p:nvSpPr>
        <p:spPr>
          <a:xfrm>
            <a:off x="2133600" y="2750343"/>
            <a:ext cx="190500" cy="190500"/>
          </a:xfrm>
          <a:prstGeom prst="roundRect">
            <a:avLst>
              <a:gd name="adj" fmla="val 50000"/>
            </a:avLst>
          </a:prstGeom>
          <a:solidFill>
            <a:srgbClr val="005088"/>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178" name="Google Shape;178;p19"/>
          <p:cNvSpPr txBox="1"/>
          <p:nvPr/>
        </p:nvSpPr>
        <p:spPr>
          <a:xfrm>
            <a:off x="488632" y="3131343"/>
            <a:ext cx="3480435" cy="381000"/>
          </a:xfrm>
          <a:prstGeom prst="rect">
            <a:avLst/>
          </a:prstGeom>
          <a:noFill/>
          <a:ln>
            <a:noFill/>
          </a:ln>
        </p:spPr>
        <p:txBody>
          <a:bodyPr spcFirstLastPara="1" wrap="square" lIns="0" tIns="0" rIns="0" bIns="0" anchor="t" anchorCtr="0">
            <a:spAutoFit/>
          </a:bodyPr>
          <a:lstStyle/>
          <a:p>
            <a:pPr marL="0" marR="0" lvl="0" indent="0" algn="ctr" rtl="0">
              <a:spcBef>
                <a:spcPts val="0"/>
              </a:spcBef>
              <a:spcAft>
                <a:spcPts val="0"/>
              </a:spcAft>
              <a:buNone/>
            </a:pPr>
            <a:r>
              <a:rPr lang="en-US" sz="2400" b="1" i="0" u="none" strike="noStrike" cap="none">
                <a:solidFill>
                  <a:srgbClr val="005088"/>
                </a:solidFill>
                <a:latin typeface="Merriweather"/>
                <a:ea typeface="Merriweather"/>
                <a:cs typeface="Merriweather"/>
                <a:sym typeface="Merriweather"/>
              </a:rPr>
              <a:t>BEGIN</a:t>
            </a:r>
            <a:endParaRPr/>
          </a:p>
        </p:txBody>
      </p:sp>
      <p:sp>
        <p:nvSpPr>
          <p:cNvPr id="179" name="Google Shape;179;p19"/>
          <p:cNvSpPr txBox="1"/>
          <p:nvPr/>
        </p:nvSpPr>
        <p:spPr>
          <a:xfrm>
            <a:off x="571500" y="3702843"/>
            <a:ext cx="3314700" cy="609600"/>
          </a:xfrm>
          <a:prstGeom prst="rect">
            <a:avLst/>
          </a:prstGeom>
          <a:noFill/>
          <a:ln>
            <a:noFill/>
          </a:ln>
        </p:spPr>
        <p:txBody>
          <a:bodyPr spcFirstLastPara="1" wrap="square" lIns="0" tIns="0" rIns="0" bIns="0" anchor="t" anchorCtr="0">
            <a:spAutoFit/>
          </a:bodyPr>
          <a:lstStyle/>
          <a:p>
            <a:pPr marL="0" marR="0" lvl="0" indent="0" algn="ctr" rtl="0">
              <a:lnSpc>
                <a:spcPct val="160000"/>
              </a:lnSpc>
              <a:spcBef>
                <a:spcPts val="0"/>
              </a:spcBef>
              <a:spcAft>
                <a:spcPts val="0"/>
              </a:spcAft>
              <a:buNone/>
            </a:pPr>
            <a:r>
              <a:rPr lang="en-US" sz="1500" b="0" i="0" u="none" strike="noStrike" cap="none">
                <a:solidFill>
                  <a:srgbClr val="334155"/>
                </a:solidFill>
                <a:latin typeface="DM Sans"/>
                <a:ea typeface="DM Sans"/>
                <a:cs typeface="DM Sans"/>
                <a:sym typeface="DM Sans"/>
              </a:rPr>
              <a:t>Wird </a:t>
            </a:r>
            <a:r>
              <a:rPr lang="en-US" sz="1500" b="1" i="0" u="none" strike="noStrike" cap="none">
                <a:solidFill>
                  <a:srgbClr val="334155"/>
                </a:solidFill>
                <a:latin typeface="DM Sans"/>
                <a:ea typeface="DM Sans"/>
                <a:cs typeface="DM Sans"/>
                <a:sym typeface="DM Sans"/>
              </a:rPr>
              <a:t>einmal</a:t>
            </a:r>
            <a:r>
              <a:rPr lang="en-US" sz="1500" b="0" i="0" u="none" strike="noStrike" cap="none">
                <a:solidFill>
                  <a:srgbClr val="334155"/>
                </a:solidFill>
                <a:latin typeface="DM Sans"/>
                <a:ea typeface="DM Sans"/>
                <a:cs typeface="DM Sans"/>
                <a:sym typeface="DM Sans"/>
              </a:rPr>
              <a:t> vor dem Lesen der ersten Zeile ausgeführt.</a:t>
            </a:r>
            <a:endParaRPr/>
          </a:p>
        </p:txBody>
      </p:sp>
      <p:sp>
        <p:nvSpPr>
          <p:cNvPr id="180" name="Google Shape;180;p19"/>
          <p:cNvSpPr/>
          <p:nvPr/>
        </p:nvSpPr>
        <p:spPr>
          <a:xfrm>
            <a:off x="6000750" y="2750343"/>
            <a:ext cx="190500" cy="190500"/>
          </a:xfrm>
          <a:prstGeom prst="roundRect">
            <a:avLst>
              <a:gd name="adj" fmla="val 50000"/>
            </a:avLst>
          </a:prstGeom>
          <a:solidFill>
            <a:srgbClr val="005088"/>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181" name="Google Shape;181;p19"/>
          <p:cNvSpPr txBox="1"/>
          <p:nvPr/>
        </p:nvSpPr>
        <p:spPr>
          <a:xfrm>
            <a:off x="4355782" y="3131343"/>
            <a:ext cx="3480435" cy="381000"/>
          </a:xfrm>
          <a:prstGeom prst="rect">
            <a:avLst/>
          </a:prstGeom>
          <a:noFill/>
          <a:ln>
            <a:noFill/>
          </a:ln>
        </p:spPr>
        <p:txBody>
          <a:bodyPr spcFirstLastPara="1" wrap="square" lIns="0" tIns="0" rIns="0" bIns="0" anchor="t" anchorCtr="0">
            <a:spAutoFit/>
          </a:bodyPr>
          <a:lstStyle/>
          <a:p>
            <a:pPr marL="0" marR="0" lvl="0" indent="0" algn="ctr" rtl="0">
              <a:spcBef>
                <a:spcPts val="0"/>
              </a:spcBef>
              <a:spcAft>
                <a:spcPts val="0"/>
              </a:spcAft>
              <a:buNone/>
            </a:pPr>
            <a:r>
              <a:rPr lang="en-US" sz="2400" b="1" i="0" u="none" strike="noStrike" cap="none">
                <a:solidFill>
                  <a:srgbClr val="005088"/>
                </a:solidFill>
                <a:latin typeface="Merriweather"/>
                <a:ea typeface="Merriweather"/>
                <a:cs typeface="Merriweather"/>
                <a:sym typeface="Merriweather"/>
              </a:rPr>
              <a:t>BODY</a:t>
            </a:r>
            <a:endParaRPr/>
          </a:p>
        </p:txBody>
      </p:sp>
      <p:sp>
        <p:nvSpPr>
          <p:cNvPr id="182" name="Google Shape;182;p19"/>
          <p:cNvSpPr txBox="1"/>
          <p:nvPr/>
        </p:nvSpPr>
        <p:spPr>
          <a:xfrm>
            <a:off x="4438650" y="3702843"/>
            <a:ext cx="3314700" cy="609600"/>
          </a:xfrm>
          <a:prstGeom prst="rect">
            <a:avLst/>
          </a:prstGeom>
          <a:noFill/>
          <a:ln>
            <a:noFill/>
          </a:ln>
        </p:spPr>
        <p:txBody>
          <a:bodyPr spcFirstLastPara="1" wrap="square" lIns="0" tIns="0" rIns="0" bIns="0" anchor="t" anchorCtr="0">
            <a:spAutoFit/>
          </a:bodyPr>
          <a:lstStyle/>
          <a:p>
            <a:pPr marL="0" marR="0" lvl="0" indent="0" algn="ctr" rtl="0">
              <a:lnSpc>
                <a:spcPct val="160000"/>
              </a:lnSpc>
              <a:spcBef>
                <a:spcPts val="0"/>
              </a:spcBef>
              <a:spcAft>
                <a:spcPts val="0"/>
              </a:spcAft>
              <a:buNone/>
            </a:pPr>
            <a:r>
              <a:rPr lang="en-US" sz="1500" b="0" i="0" u="none" strike="noStrike" cap="none">
                <a:solidFill>
                  <a:srgbClr val="334155"/>
                </a:solidFill>
                <a:latin typeface="DM Sans"/>
                <a:ea typeface="DM Sans"/>
                <a:cs typeface="DM Sans"/>
                <a:sym typeface="DM Sans"/>
              </a:rPr>
              <a:t>Wird für </a:t>
            </a:r>
            <a:r>
              <a:rPr lang="en-US" sz="1500" b="1" i="0" u="none" strike="noStrike" cap="none">
                <a:solidFill>
                  <a:srgbClr val="334155"/>
                </a:solidFill>
                <a:latin typeface="DM Sans"/>
                <a:ea typeface="DM Sans"/>
                <a:cs typeface="DM Sans"/>
                <a:sym typeface="DM Sans"/>
              </a:rPr>
              <a:t>jede Zeile</a:t>
            </a:r>
            <a:r>
              <a:rPr lang="en-US" sz="1500" b="0" i="0" u="none" strike="noStrike" cap="none">
                <a:solidFill>
                  <a:srgbClr val="334155"/>
                </a:solidFill>
                <a:latin typeface="DM Sans"/>
                <a:ea typeface="DM Sans"/>
                <a:cs typeface="DM Sans"/>
                <a:sym typeface="DM Sans"/>
              </a:rPr>
              <a:t> der Eingabe wiederholt.</a:t>
            </a:r>
            <a:endParaRPr/>
          </a:p>
        </p:txBody>
      </p:sp>
      <p:sp>
        <p:nvSpPr>
          <p:cNvPr id="183" name="Google Shape;183;p19"/>
          <p:cNvSpPr/>
          <p:nvPr/>
        </p:nvSpPr>
        <p:spPr>
          <a:xfrm>
            <a:off x="9867900" y="2750343"/>
            <a:ext cx="190500" cy="190500"/>
          </a:xfrm>
          <a:prstGeom prst="roundRect">
            <a:avLst>
              <a:gd name="adj" fmla="val 50000"/>
            </a:avLst>
          </a:prstGeom>
          <a:solidFill>
            <a:srgbClr val="005088"/>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184" name="Google Shape;184;p19"/>
          <p:cNvSpPr txBox="1"/>
          <p:nvPr/>
        </p:nvSpPr>
        <p:spPr>
          <a:xfrm>
            <a:off x="8222932" y="3131343"/>
            <a:ext cx="3480435" cy="381000"/>
          </a:xfrm>
          <a:prstGeom prst="rect">
            <a:avLst/>
          </a:prstGeom>
          <a:noFill/>
          <a:ln>
            <a:noFill/>
          </a:ln>
        </p:spPr>
        <p:txBody>
          <a:bodyPr spcFirstLastPara="1" wrap="square" lIns="0" tIns="0" rIns="0" bIns="0" anchor="t" anchorCtr="0">
            <a:spAutoFit/>
          </a:bodyPr>
          <a:lstStyle/>
          <a:p>
            <a:pPr marL="0" marR="0" lvl="0" indent="0" algn="ctr" rtl="0">
              <a:spcBef>
                <a:spcPts val="0"/>
              </a:spcBef>
              <a:spcAft>
                <a:spcPts val="0"/>
              </a:spcAft>
              <a:buNone/>
            </a:pPr>
            <a:r>
              <a:rPr lang="en-US" sz="2400" b="1" i="0" u="none" strike="noStrike" cap="none">
                <a:solidFill>
                  <a:srgbClr val="005088"/>
                </a:solidFill>
                <a:latin typeface="Merriweather"/>
                <a:ea typeface="Merriweather"/>
                <a:cs typeface="Merriweather"/>
                <a:sym typeface="Merriweather"/>
              </a:rPr>
              <a:t>END</a:t>
            </a:r>
            <a:endParaRPr/>
          </a:p>
        </p:txBody>
      </p:sp>
      <p:sp>
        <p:nvSpPr>
          <p:cNvPr id="185" name="Google Shape;185;p19"/>
          <p:cNvSpPr txBox="1"/>
          <p:nvPr/>
        </p:nvSpPr>
        <p:spPr>
          <a:xfrm>
            <a:off x="8305800" y="3702843"/>
            <a:ext cx="3314700" cy="609600"/>
          </a:xfrm>
          <a:prstGeom prst="rect">
            <a:avLst/>
          </a:prstGeom>
          <a:noFill/>
          <a:ln>
            <a:noFill/>
          </a:ln>
        </p:spPr>
        <p:txBody>
          <a:bodyPr spcFirstLastPara="1" wrap="square" lIns="0" tIns="0" rIns="0" bIns="0" anchor="t" anchorCtr="0">
            <a:spAutoFit/>
          </a:bodyPr>
          <a:lstStyle/>
          <a:p>
            <a:pPr marL="0" marR="0" lvl="0" indent="0" algn="ctr" rtl="0">
              <a:lnSpc>
                <a:spcPct val="160000"/>
              </a:lnSpc>
              <a:spcBef>
                <a:spcPts val="0"/>
              </a:spcBef>
              <a:spcAft>
                <a:spcPts val="0"/>
              </a:spcAft>
              <a:buNone/>
            </a:pPr>
            <a:r>
              <a:rPr lang="en-US" sz="1500" b="0" i="0" u="none" strike="noStrike" cap="none">
                <a:solidFill>
                  <a:srgbClr val="334155"/>
                </a:solidFill>
                <a:latin typeface="DM Sans"/>
                <a:ea typeface="DM Sans"/>
                <a:cs typeface="DM Sans"/>
                <a:sym typeface="DM Sans"/>
              </a:rPr>
              <a:t>Wird </a:t>
            </a:r>
            <a:r>
              <a:rPr lang="en-US" sz="1500" b="1" i="0" u="none" strike="noStrike" cap="none">
                <a:solidFill>
                  <a:srgbClr val="334155"/>
                </a:solidFill>
                <a:latin typeface="DM Sans"/>
                <a:ea typeface="DM Sans"/>
                <a:cs typeface="DM Sans"/>
                <a:sym typeface="DM Sans"/>
              </a:rPr>
              <a:t>einmal</a:t>
            </a:r>
            <a:r>
              <a:rPr lang="en-US" sz="1500" b="0" i="0" u="none" strike="noStrike" cap="none">
                <a:solidFill>
                  <a:srgbClr val="334155"/>
                </a:solidFill>
                <a:latin typeface="DM Sans"/>
                <a:ea typeface="DM Sans"/>
                <a:cs typeface="DM Sans"/>
                <a:sym typeface="DM Sans"/>
              </a:rPr>
              <a:t> nach der letzten Zeile ausgeführt.</a:t>
            </a:r>
            <a:endParaRPr/>
          </a:p>
        </p:txBody>
      </p:sp>
      <p:sp>
        <p:nvSpPr>
          <p:cNvPr id="186" name="Google Shape;186;p19"/>
          <p:cNvSpPr txBox="1"/>
          <p:nvPr/>
        </p:nvSpPr>
        <p:spPr>
          <a:xfrm>
            <a:off x="762000" y="919311"/>
            <a:ext cx="11401425" cy="523875"/>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3300" b="1" i="0" u="none" strike="noStrike" cap="none">
                <a:solidFill>
                  <a:srgbClr val="003366"/>
                </a:solidFill>
                <a:latin typeface="Merriweather"/>
                <a:ea typeface="Merriweather"/>
                <a:cs typeface="Merriweather"/>
                <a:sym typeface="Merriweather"/>
              </a:rPr>
              <a:t>Der AWK-Lebenszyklus</a:t>
            </a:r>
            <a:endParaRPr/>
          </a:p>
        </p:txBody>
      </p:sp>
      <p:sp>
        <p:nvSpPr>
          <p:cNvPr id="187" name="Google Shape;187;p19"/>
          <p:cNvSpPr/>
          <p:nvPr/>
        </p:nvSpPr>
        <p:spPr>
          <a:xfrm>
            <a:off x="571500" y="919311"/>
            <a:ext cx="76200" cy="523875"/>
          </a:xfrm>
          <a:prstGeom prst="rect">
            <a:avLst/>
          </a:prstGeom>
          <a:solidFill>
            <a:srgbClr val="005088"/>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191"/>
        <p:cNvGrpSpPr/>
        <p:nvPr/>
      </p:nvGrpSpPr>
      <p:grpSpPr>
        <a:xfrm>
          <a:off x="0" y="0"/>
          <a:ext cx="0" cy="0"/>
          <a:chOff x="0" y="0"/>
          <a:chExt cx="0" cy="0"/>
        </a:xfrm>
      </p:grpSpPr>
      <p:pic>
        <p:nvPicPr>
          <p:cNvPr id="192" name="Google Shape;192;p20" descr="image.png"/>
          <p:cNvPicPr preferRelativeResize="0"/>
          <p:nvPr/>
        </p:nvPicPr>
        <p:blipFill rotWithShape="1">
          <a:blip r:embed="rId3">
            <a:alphaModFix/>
          </a:blip>
          <a:srcRect/>
          <a:stretch/>
        </p:blipFill>
        <p:spPr>
          <a:xfrm>
            <a:off x="0" y="0"/>
            <a:ext cx="12192000" cy="6858000"/>
          </a:xfrm>
          <a:prstGeom prst="rect">
            <a:avLst/>
          </a:prstGeom>
          <a:noFill/>
          <a:ln>
            <a:noFill/>
          </a:ln>
        </p:spPr>
      </p:pic>
      <p:pic>
        <p:nvPicPr>
          <p:cNvPr id="193" name="Google Shape;193;p20" descr="image.png"/>
          <p:cNvPicPr preferRelativeResize="0"/>
          <p:nvPr/>
        </p:nvPicPr>
        <p:blipFill rotWithShape="1">
          <a:blip r:embed="rId4">
            <a:alphaModFix/>
          </a:blip>
          <a:srcRect/>
          <a:stretch/>
        </p:blipFill>
        <p:spPr>
          <a:xfrm>
            <a:off x="571500" y="3493293"/>
            <a:ext cx="5286375" cy="666750"/>
          </a:xfrm>
          <a:prstGeom prst="rect">
            <a:avLst/>
          </a:prstGeom>
          <a:noFill/>
          <a:ln>
            <a:noFill/>
          </a:ln>
        </p:spPr>
      </p:pic>
      <p:pic>
        <p:nvPicPr>
          <p:cNvPr id="194" name="Google Shape;194;p20" descr="image.png"/>
          <p:cNvPicPr preferRelativeResize="0"/>
          <p:nvPr/>
        </p:nvPicPr>
        <p:blipFill rotWithShape="1">
          <a:blip r:embed="rId5">
            <a:alphaModFix/>
          </a:blip>
          <a:srcRect/>
          <a:stretch/>
        </p:blipFill>
        <p:spPr>
          <a:xfrm>
            <a:off x="571500" y="5017293"/>
            <a:ext cx="5286375" cy="666750"/>
          </a:xfrm>
          <a:prstGeom prst="rect">
            <a:avLst/>
          </a:prstGeom>
          <a:noFill/>
          <a:ln>
            <a:noFill/>
          </a:ln>
        </p:spPr>
      </p:pic>
      <p:sp>
        <p:nvSpPr>
          <p:cNvPr id="195" name="Google Shape;195;p20"/>
          <p:cNvSpPr txBox="1"/>
          <p:nvPr/>
        </p:nvSpPr>
        <p:spPr>
          <a:xfrm>
            <a:off x="571500" y="2426493"/>
            <a:ext cx="5550693" cy="38100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2400" b="1" i="0" u="none" strike="noStrike" cap="none">
                <a:solidFill>
                  <a:srgbClr val="005088"/>
                </a:solidFill>
                <a:latin typeface="Merriweather"/>
                <a:ea typeface="Merriweather"/>
                <a:cs typeface="Merriweather"/>
                <a:sym typeface="Merriweather"/>
              </a:rPr>
              <a:t>Regex Filter</a:t>
            </a:r>
            <a:endParaRPr/>
          </a:p>
        </p:txBody>
      </p:sp>
      <p:sp>
        <p:nvSpPr>
          <p:cNvPr id="196" name="Google Shape;196;p20"/>
          <p:cNvSpPr txBox="1"/>
          <p:nvPr/>
        </p:nvSpPr>
        <p:spPr>
          <a:xfrm>
            <a:off x="571500" y="2997993"/>
            <a:ext cx="5286375" cy="304800"/>
          </a:xfrm>
          <a:prstGeom prst="rect">
            <a:avLst/>
          </a:prstGeom>
          <a:noFill/>
          <a:ln>
            <a:noFill/>
          </a:ln>
        </p:spPr>
        <p:txBody>
          <a:bodyPr spcFirstLastPara="1" wrap="square" lIns="0" tIns="0" rIns="0" bIns="0" anchor="t" anchorCtr="0">
            <a:spAutoFit/>
          </a:bodyPr>
          <a:lstStyle/>
          <a:p>
            <a:pPr marL="0" marR="0" lvl="0" indent="0" algn="l" rtl="0">
              <a:lnSpc>
                <a:spcPct val="160000"/>
              </a:lnSpc>
              <a:spcBef>
                <a:spcPts val="0"/>
              </a:spcBef>
              <a:spcAft>
                <a:spcPts val="0"/>
              </a:spcAft>
              <a:buNone/>
            </a:pPr>
            <a:r>
              <a:rPr lang="en-US" sz="1500" b="0" i="0" u="none" strike="noStrike" cap="none">
                <a:solidFill>
                  <a:srgbClr val="334155"/>
                </a:solidFill>
                <a:latin typeface="DM Sans"/>
                <a:ea typeface="DM Sans"/>
                <a:cs typeface="DM Sans"/>
                <a:sym typeface="DM Sans"/>
              </a:rPr>
              <a:t>Verarbeitung nur bei Treffern:</a:t>
            </a:r>
            <a:endParaRPr/>
          </a:p>
        </p:txBody>
      </p:sp>
      <p:sp>
        <p:nvSpPr>
          <p:cNvPr id="197" name="Google Shape;197;p20"/>
          <p:cNvSpPr txBox="1"/>
          <p:nvPr/>
        </p:nvSpPr>
        <p:spPr>
          <a:xfrm>
            <a:off x="571500" y="4445793"/>
            <a:ext cx="5550693" cy="38100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2400" b="1" i="0" u="none" strike="noStrike" cap="none">
                <a:solidFill>
                  <a:srgbClr val="005088"/>
                </a:solidFill>
                <a:latin typeface="Merriweather"/>
                <a:ea typeface="Merriweather"/>
                <a:cs typeface="Merriweather"/>
                <a:sym typeface="Merriweather"/>
              </a:rPr>
              <a:t>Mathematische Filter</a:t>
            </a:r>
            <a:endParaRPr/>
          </a:p>
        </p:txBody>
      </p:sp>
      <p:sp>
        <p:nvSpPr>
          <p:cNvPr id="198" name="Google Shape;198;p20"/>
          <p:cNvSpPr txBox="1"/>
          <p:nvPr/>
        </p:nvSpPr>
        <p:spPr>
          <a:xfrm>
            <a:off x="6334125" y="2426493"/>
            <a:ext cx="5550693" cy="38100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2400" b="1" i="0" u="none" strike="noStrike" cap="none">
                <a:solidFill>
                  <a:srgbClr val="005088"/>
                </a:solidFill>
                <a:latin typeface="Merriweather"/>
                <a:ea typeface="Merriweather"/>
                <a:cs typeface="Merriweather"/>
                <a:sym typeface="Merriweather"/>
              </a:rPr>
              <a:t>Vergleichsoperatoren</a:t>
            </a:r>
            <a:endParaRPr/>
          </a:p>
        </p:txBody>
      </p:sp>
      <p:sp>
        <p:nvSpPr>
          <p:cNvPr id="199" name="Google Shape;199;p20"/>
          <p:cNvSpPr txBox="1"/>
          <p:nvPr/>
        </p:nvSpPr>
        <p:spPr>
          <a:xfrm>
            <a:off x="6334125" y="2959893"/>
            <a:ext cx="5286375" cy="304800"/>
          </a:xfrm>
          <a:prstGeom prst="rect">
            <a:avLst/>
          </a:prstGeom>
          <a:noFill/>
          <a:ln>
            <a:noFill/>
          </a:ln>
        </p:spPr>
        <p:txBody>
          <a:bodyPr spcFirstLastPara="1" wrap="square" lIns="266700" tIns="0" rIns="0" bIns="0" anchor="t" anchorCtr="0">
            <a:spAutoFit/>
          </a:bodyPr>
          <a:lstStyle/>
          <a:p>
            <a:pPr marL="0" marR="0" lvl="0" indent="0" algn="l" rtl="0">
              <a:lnSpc>
                <a:spcPct val="160000"/>
              </a:lnSpc>
              <a:spcBef>
                <a:spcPts val="0"/>
              </a:spcBef>
              <a:spcAft>
                <a:spcPts val="0"/>
              </a:spcAft>
              <a:buNone/>
            </a:pPr>
            <a:r>
              <a:rPr lang="en-US" sz="1500" b="1" i="0" u="none" strike="noStrike" cap="none">
                <a:solidFill>
                  <a:srgbClr val="334155"/>
                </a:solidFill>
                <a:latin typeface="DM Sans"/>
                <a:ea typeface="DM Sans"/>
                <a:cs typeface="DM Sans"/>
                <a:sym typeface="DM Sans"/>
              </a:rPr>
              <a:t>==, !=</a:t>
            </a:r>
            <a:r>
              <a:rPr lang="en-US" sz="1500" b="0" i="0" u="none" strike="noStrike" cap="none">
                <a:solidFill>
                  <a:srgbClr val="334155"/>
                </a:solidFill>
                <a:latin typeface="DM Sans"/>
                <a:ea typeface="DM Sans"/>
                <a:cs typeface="DM Sans"/>
                <a:sym typeface="DM Sans"/>
              </a:rPr>
              <a:t> (Gleichheit / Ungleichheit)</a:t>
            </a:r>
            <a:endParaRPr/>
          </a:p>
        </p:txBody>
      </p:sp>
      <p:sp>
        <p:nvSpPr>
          <p:cNvPr id="200" name="Google Shape;200;p20"/>
          <p:cNvSpPr txBox="1"/>
          <p:nvPr/>
        </p:nvSpPr>
        <p:spPr>
          <a:xfrm>
            <a:off x="6334125" y="3264693"/>
            <a:ext cx="5286375" cy="304800"/>
          </a:xfrm>
          <a:prstGeom prst="rect">
            <a:avLst/>
          </a:prstGeom>
          <a:noFill/>
          <a:ln>
            <a:noFill/>
          </a:ln>
        </p:spPr>
        <p:txBody>
          <a:bodyPr spcFirstLastPara="1" wrap="square" lIns="266700" tIns="0" rIns="0" bIns="0" anchor="t" anchorCtr="0">
            <a:spAutoFit/>
          </a:bodyPr>
          <a:lstStyle/>
          <a:p>
            <a:pPr marL="0" marR="0" lvl="0" indent="0" algn="l" rtl="0">
              <a:lnSpc>
                <a:spcPct val="160000"/>
              </a:lnSpc>
              <a:spcBef>
                <a:spcPts val="0"/>
              </a:spcBef>
              <a:spcAft>
                <a:spcPts val="0"/>
              </a:spcAft>
              <a:buNone/>
            </a:pPr>
            <a:r>
              <a:rPr lang="en-US" sz="1500" b="1" i="0" u="none" strike="noStrike" cap="none">
                <a:solidFill>
                  <a:srgbClr val="334155"/>
                </a:solidFill>
                <a:latin typeface="DM Sans"/>
                <a:ea typeface="DM Sans"/>
                <a:cs typeface="DM Sans"/>
                <a:sym typeface="DM Sans"/>
              </a:rPr>
              <a:t>~, !~</a:t>
            </a:r>
            <a:r>
              <a:rPr lang="en-US" sz="1500" b="0" i="0" u="none" strike="noStrike" cap="none">
                <a:solidFill>
                  <a:srgbClr val="334155"/>
                </a:solidFill>
                <a:latin typeface="DM Sans"/>
                <a:ea typeface="DM Sans"/>
                <a:cs typeface="DM Sans"/>
                <a:sym typeface="DM Sans"/>
              </a:rPr>
              <a:t> (Regex Match / No Match)</a:t>
            </a:r>
            <a:endParaRPr/>
          </a:p>
        </p:txBody>
      </p:sp>
      <p:sp>
        <p:nvSpPr>
          <p:cNvPr id="201" name="Google Shape;201;p20"/>
          <p:cNvSpPr txBox="1"/>
          <p:nvPr/>
        </p:nvSpPr>
        <p:spPr>
          <a:xfrm>
            <a:off x="6334125" y="3569493"/>
            <a:ext cx="5286375" cy="304800"/>
          </a:xfrm>
          <a:prstGeom prst="rect">
            <a:avLst/>
          </a:prstGeom>
          <a:noFill/>
          <a:ln>
            <a:noFill/>
          </a:ln>
        </p:spPr>
        <p:txBody>
          <a:bodyPr spcFirstLastPara="1" wrap="square" lIns="266700" tIns="0" rIns="0" bIns="0" anchor="t" anchorCtr="0">
            <a:spAutoFit/>
          </a:bodyPr>
          <a:lstStyle/>
          <a:p>
            <a:pPr marL="0" marR="0" lvl="0" indent="0" algn="l" rtl="0">
              <a:lnSpc>
                <a:spcPct val="160000"/>
              </a:lnSpc>
              <a:spcBef>
                <a:spcPts val="0"/>
              </a:spcBef>
              <a:spcAft>
                <a:spcPts val="0"/>
              </a:spcAft>
              <a:buNone/>
            </a:pPr>
            <a:r>
              <a:rPr lang="en-US" sz="1500" b="1" i="0" u="none" strike="noStrike" cap="none">
                <a:solidFill>
                  <a:srgbClr val="334155"/>
                </a:solidFill>
                <a:latin typeface="DM Sans"/>
                <a:ea typeface="DM Sans"/>
                <a:cs typeface="DM Sans"/>
                <a:sym typeface="DM Sans"/>
              </a:rPr>
              <a:t>&amp;&amp;, ||</a:t>
            </a:r>
            <a:r>
              <a:rPr lang="en-US" sz="1500" b="0" i="0" u="none" strike="noStrike" cap="none">
                <a:solidFill>
                  <a:srgbClr val="334155"/>
                </a:solidFill>
                <a:latin typeface="DM Sans"/>
                <a:ea typeface="DM Sans"/>
                <a:cs typeface="DM Sans"/>
                <a:sym typeface="DM Sans"/>
              </a:rPr>
              <a:t> (Logisches UND / ODER)</a:t>
            </a:r>
            <a:endParaRPr/>
          </a:p>
        </p:txBody>
      </p:sp>
      <p:pic>
        <p:nvPicPr>
          <p:cNvPr id="202" name="Google Shape;202;p20" descr="image.png"/>
          <p:cNvPicPr preferRelativeResize="0"/>
          <p:nvPr/>
        </p:nvPicPr>
        <p:blipFill rotWithShape="1">
          <a:blip r:embed="rId6">
            <a:alphaModFix/>
          </a:blip>
          <a:srcRect/>
          <a:stretch/>
        </p:blipFill>
        <p:spPr>
          <a:xfrm>
            <a:off x="6334125" y="3012281"/>
            <a:ext cx="171450" cy="200025"/>
          </a:xfrm>
          <a:prstGeom prst="rect">
            <a:avLst/>
          </a:prstGeom>
          <a:noFill/>
          <a:ln>
            <a:noFill/>
          </a:ln>
        </p:spPr>
      </p:pic>
      <p:pic>
        <p:nvPicPr>
          <p:cNvPr id="203" name="Google Shape;203;p20" descr="image.png"/>
          <p:cNvPicPr preferRelativeResize="0"/>
          <p:nvPr/>
        </p:nvPicPr>
        <p:blipFill rotWithShape="1">
          <a:blip r:embed="rId6">
            <a:alphaModFix/>
          </a:blip>
          <a:srcRect/>
          <a:stretch/>
        </p:blipFill>
        <p:spPr>
          <a:xfrm>
            <a:off x="6334125" y="3317081"/>
            <a:ext cx="171450" cy="200025"/>
          </a:xfrm>
          <a:prstGeom prst="rect">
            <a:avLst/>
          </a:prstGeom>
          <a:noFill/>
          <a:ln>
            <a:noFill/>
          </a:ln>
        </p:spPr>
      </p:pic>
      <p:pic>
        <p:nvPicPr>
          <p:cNvPr id="204" name="Google Shape;204;p20" descr="image.png"/>
          <p:cNvPicPr preferRelativeResize="0"/>
          <p:nvPr/>
        </p:nvPicPr>
        <p:blipFill rotWithShape="1">
          <a:blip r:embed="rId6">
            <a:alphaModFix/>
          </a:blip>
          <a:srcRect/>
          <a:stretch/>
        </p:blipFill>
        <p:spPr>
          <a:xfrm>
            <a:off x="6334125" y="3621881"/>
            <a:ext cx="171450" cy="200025"/>
          </a:xfrm>
          <a:prstGeom prst="rect">
            <a:avLst/>
          </a:prstGeom>
          <a:noFill/>
          <a:ln>
            <a:noFill/>
          </a:ln>
        </p:spPr>
      </p:pic>
      <p:sp>
        <p:nvSpPr>
          <p:cNvPr id="205" name="Google Shape;205;p20"/>
          <p:cNvSpPr txBox="1"/>
          <p:nvPr/>
        </p:nvSpPr>
        <p:spPr>
          <a:xfrm>
            <a:off x="762000" y="919311"/>
            <a:ext cx="11401425" cy="523875"/>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3300" b="1" i="0" u="none" strike="noStrike" cap="none">
                <a:solidFill>
                  <a:srgbClr val="003366"/>
                </a:solidFill>
                <a:latin typeface="Merriweather"/>
                <a:ea typeface="Merriweather"/>
                <a:cs typeface="Merriweather"/>
                <a:sym typeface="Merriweather"/>
              </a:rPr>
              <a:t>Filter &amp; Bedingungen</a:t>
            </a:r>
            <a:endParaRPr/>
          </a:p>
        </p:txBody>
      </p:sp>
      <p:sp>
        <p:nvSpPr>
          <p:cNvPr id="206" name="Google Shape;206;p20"/>
          <p:cNvSpPr/>
          <p:nvPr/>
        </p:nvSpPr>
        <p:spPr>
          <a:xfrm>
            <a:off x="571500" y="919311"/>
            <a:ext cx="76200" cy="523875"/>
          </a:xfrm>
          <a:prstGeom prst="rect">
            <a:avLst/>
          </a:prstGeom>
          <a:solidFill>
            <a:srgbClr val="005088"/>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210"/>
        <p:cNvGrpSpPr/>
        <p:nvPr/>
      </p:nvGrpSpPr>
      <p:grpSpPr>
        <a:xfrm>
          <a:off x="0" y="0"/>
          <a:ext cx="0" cy="0"/>
          <a:chOff x="0" y="0"/>
          <a:chExt cx="0" cy="0"/>
        </a:xfrm>
      </p:grpSpPr>
      <p:pic>
        <p:nvPicPr>
          <p:cNvPr id="211" name="Google Shape;211;p21" descr="image.png"/>
          <p:cNvPicPr preferRelativeResize="0"/>
          <p:nvPr/>
        </p:nvPicPr>
        <p:blipFill rotWithShape="1">
          <a:blip r:embed="rId3">
            <a:alphaModFix/>
          </a:blip>
          <a:srcRect/>
          <a:stretch/>
        </p:blipFill>
        <p:spPr>
          <a:xfrm>
            <a:off x="0" y="0"/>
            <a:ext cx="12192000" cy="6858000"/>
          </a:xfrm>
          <a:prstGeom prst="rect">
            <a:avLst/>
          </a:prstGeom>
          <a:noFill/>
          <a:ln>
            <a:noFill/>
          </a:ln>
        </p:spPr>
      </p:pic>
      <p:pic>
        <p:nvPicPr>
          <p:cNvPr id="212" name="Google Shape;212;p21" descr="image.png"/>
          <p:cNvPicPr preferRelativeResize="0"/>
          <p:nvPr/>
        </p:nvPicPr>
        <p:blipFill rotWithShape="1">
          <a:blip r:embed="rId4">
            <a:alphaModFix/>
          </a:blip>
          <a:srcRect/>
          <a:stretch/>
        </p:blipFill>
        <p:spPr>
          <a:xfrm>
            <a:off x="571500" y="3833961"/>
            <a:ext cx="5286375" cy="647700"/>
          </a:xfrm>
          <a:prstGeom prst="rect">
            <a:avLst/>
          </a:prstGeom>
          <a:noFill/>
          <a:ln>
            <a:noFill/>
          </a:ln>
        </p:spPr>
      </p:pic>
      <p:sp>
        <p:nvSpPr>
          <p:cNvPr id="213" name="Google Shape;213;p21"/>
          <p:cNvSpPr txBox="1"/>
          <p:nvPr/>
        </p:nvSpPr>
        <p:spPr>
          <a:xfrm>
            <a:off x="762000" y="919311"/>
            <a:ext cx="5350668" cy="523875"/>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3300" b="1" i="0" u="none" strike="noStrike" cap="none">
                <a:solidFill>
                  <a:srgbClr val="003366"/>
                </a:solidFill>
                <a:latin typeface="Merriweather"/>
                <a:ea typeface="Merriweather"/>
                <a:cs typeface="Merriweather"/>
                <a:sym typeface="Merriweather"/>
              </a:rPr>
              <a:t>Profis im Einsatz</a:t>
            </a:r>
            <a:endParaRPr/>
          </a:p>
        </p:txBody>
      </p:sp>
      <p:sp>
        <p:nvSpPr>
          <p:cNvPr id="214" name="Google Shape;214;p21"/>
          <p:cNvSpPr/>
          <p:nvPr/>
        </p:nvSpPr>
        <p:spPr>
          <a:xfrm>
            <a:off x="571500" y="919311"/>
            <a:ext cx="76200" cy="523875"/>
          </a:xfrm>
          <a:prstGeom prst="rect">
            <a:avLst/>
          </a:prstGeom>
          <a:solidFill>
            <a:srgbClr val="005088"/>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pic>
        <p:nvPicPr>
          <p:cNvPr id="215" name="Google Shape;215;p21" descr="image.png"/>
          <p:cNvPicPr preferRelativeResize="0"/>
          <p:nvPr/>
        </p:nvPicPr>
        <p:blipFill rotWithShape="1">
          <a:blip r:embed="rId5">
            <a:alphaModFix/>
          </a:blip>
          <a:srcRect/>
          <a:stretch/>
        </p:blipFill>
        <p:spPr>
          <a:xfrm>
            <a:off x="6334125" y="0"/>
            <a:ext cx="5857875" cy="6858000"/>
          </a:xfrm>
          <a:prstGeom prst="rect">
            <a:avLst/>
          </a:prstGeom>
          <a:noFill/>
          <a:ln>
            <a:noFill/>
          </a:ln>
        </p:spPr>
      </p:pic>
      <p:sp>
        <p:nvSpPr>
          <p:cNvPr id="216" name="Google Shape;216;p21"/>
          <p:cNvSpPr txBox="1"/>
          <p:nvPr/>
        </p:nvSpPr>
        <p:spPr>
          <a:xfrm>
            <a:off x="571500" y="1824186"/>
            <a:ext cx="5550693" cy="38100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2400" b="1" i="0" u="none" strike="noStrike" cap="none">
                <a:solidFill>
                  <a:srgbClr val="005088"/>
                </a:solidFill>
                <a:latin typeface="Merriweather"/>
                <a:ea typeface="Merriweather"/>
                <a:cs typeface="Merriweather"/>
                <a:sym typeface="Merriweather"/>
              </a:rPr>
              <a:t>Automatisierung</a:t>
            </a:r>
            <a:endParaRPr/>
          </a:p>
        </p:txBody>
      </p:sp>
      <p:sp>
        <p:nvSpPr>
          <p:cNvPr id="217" name="Google Shape;217;p21"/>
          <p:cNvSpPr txBox="1"/>
          <p:nvPr/>
        </p:nvSpPr>
        <p:spPr>
          <a:xfrm>
            <a:off x="571500" y="2538561"/>
            <a:ext cx="5286375" cy="914400"/>
          </a:xfrm>
          <a:prstGeom prst="rect">
            <a:avLst/>
          </a:prstGeom>
          <a:noFill/>
          <a:ln>
            <a:noFill/>
          </a:ln>
        </p:spPr>
        <p:txBody>
          <a:bodyPr spcFirstLastPara="1" wrap="square" lIns="0" tIns="0" rIns="0" bIns="0" anchor="t" anchorCtr="0">
            <a:spAutoFit/>
          </a:bodyPr>
          <a:lstStyle/>
          <a:p>
            <a:pPr marL="0" marR="0" lvl="0" indent="0" algn="l" rtl="0">
              <a:lnSpc>
                <a:spcPct val="160000"/>
              </a:lnSpc>
              <a:spcBef>
                <a:spcPts val="0"/>
              </a:spcBef>
              <a:spcAft>
                <a:spcPts val="0"/>
              </a:spcAft>
              <a:buNone/>
            </a:pPr>
            <a:r>
              <a:rPr lang="en-US" sz="1500" b="0" i="0" u="none" strike="noStrike" cap="none">
                <a:solidFill>
                  <a:srgbClr val="334155"/>
                </a:solidFill>
                <a:latin typeface="DM Sans"/>
                <a:ea typeface="DM Sans"/>
                <a:cs typeface="DM Sans"/>
                <a:sym typeface="DM Sans"/>
              </a:rPr>
              <a:t>AWK wird oft in Pipelines genutzt, um System-Outputs direkt zu transformieren. In Kombination mit 'ls', 'ps' oder 'df' wird es zum Schweizer Taschenmesser des Sysadmins.</a:t>
            </a:r>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221"/>
        <p:cNvGrpSpPr/>
        <p:nvPr/>
      </p:nvGrpSpPr>
      <p:grpSpPr>
        <a:xfrm>
          <a:off x="0" y="0"/>
          <a:ext cx="0" cy="0"/>
          <a:chOff x="0" y="0"/>
          <a:chExt cx="0" cy="0"/>
        </a:xfrm>
      </p:grpSpPr>
      <p:pic>
        <p:nvPicPr>
          <p:cNvPr id="222" name="Google Shape;222;p22" descr="image.png"/>
          <p:cNvPicPr preferRelativeResize="0"/>
          <p:nvPr/>
        </p:nvPicPr>
        <p:blipFill rotWithShape="1">
          <a:blip r:embed="rId3">
            <a:alphaModFix/>
          </a:blip>
          <a:srcRect/>
          <a:stretch/>
        </p:blipFill>
        <p:spPr>
          <a:xfrm>
            <a:off x="0" y="0"/>
            <a:ext cx="12192000" cy="6858000"/>
          </a:xfrm>
          <a:prstGeom prst="rect">
            <a:avLst/>
          </a:prstGeom>
          <a:noFill/>
          <a:ln>
            <a:noFill/>
          </a:ln>
        </p:spPr>
      </p:pic>
      <p:pic>
        <p:nvPicPr>
          <p:cNvPr id="223" name="Google Shape;223;p22" descr="image.png"/>
          <p:cNvPicPr preferRelativeResize="0"/>
          <p:nvPr/>
        </p:nvPicPr>
        <p:blipFill rotWithShape="1">
          <a:blip r:embed="rId4">
            <a:alphaModFix/>
          </a:blip>
          <a:srcRect/>
          <a:stretch/>
        </p:blipFill>
        <p:spPr>
          <a:xfrm>
            <a:off x="571500" y="1824186"/>
            <a:ext cx="11049000" cy="4462313"/>
          </a:xfrm>
          <a:prstGeom prst="rect">
            <a:avLst/>
          </a:prstGeom>
          <a:noFill/>
          <a:ln>
            <a:noFill/>
          </a:ln>
        </p:spPr>
      </p:pic>
      <p:sp>
        <p:nvSpPr>
          <p:cNvPr id="224" name="Google Shape;224;p22"/>
          <p:cNvSpPr txBox="1"/>
          <p:nvPr/>
        </p:nvSpPr>
        <p:spPr>
          <a:xfrm>
            <a:off x="571500" y="4641056"/>
            <a:ext cx="11049000" cy="304800"/>
          </a:xfrm>
          <a:prstGeom prst="rect">
            <a:avLst/>
          </a:prstGeom>
          <a:noFill/>
          <a:ln>
            <a:noFill/>
          </a:ln>
        </p:spPr>
        <p:txBody>
          <a:bodyPr spcFirstLastPara="1" wrap="square" lIns="0" tIns="0" rIns="0" bIns="0" anchor="t" anchorCtr="0">
            <a:spAutoFit/>
          </a:bodyPr>
          <a:lstStyle/>
          <a:p>
            <a:pPr marL="0" marR="0" lvl="0" indent="0" algn="ctr" rtl="0">
              <a:lnSpc>
                <a:spcPct val="160000"/>
              </a:lnSpc>
              <a:spcBef>
                <a:spcPts val="0"/>
              </a:spcBef>
              <a:spcAft>
                <a:spcPts val="0"/>
              </a:spcAft>
              <a:buNone/>
            </a:pPr>
            <a:r>
              <a:rPr lang="en-US" sz="1500" b="0" i="1" u="none" strike="noStrike" cap="none">
                <a:solidFill>
                  <a:srgbClr val="334155"/>
                </a:solidFill>
                <a:latin typeface="DM Sans"/>
                <a:ea typeface="DM Sans"/>
                <a:cs typeface="DM Sans"/>
                <a:sym typeface="DM Sans"/>
              </a:rPr>
              <a:t>Während grep findet und sed transformiert, </a:t>
            </a:r>
            <a:r>
              <a:rPr lang="en-US" sz="1500" b="1" i="1" u="none" strike="noStrike" cap="none">
                <a:solidFill>
                  <a:srgbClr val="334155"/>
                </a:solidFill>
                <a:latin typeface="DM Sans"/>
                <a:ea typeface="DM Sans"/>
                <a:cs typeface="DM Sans"/>
                <a:sym typeface="DM Sans"/>
              </a:rPr>
              <a:t>analysiert</a:t>
            </a:r>
            <a:r>
              <a:rPr lang="en-US" sz="1500" b="0" i="1" u="none" strike="noStrike" cap="none">
                <a:solidFill>
                  <a:srgbClr val="334155"/>
                </a:solidFill>
                <a:latin typeface="DM Sans"/>
                <a:ea typeface="DM Sans"/>
                <a:cs typeface="DM Sans"/>
                <a:sym typeface="DM Sans"/>
              </a:rPr>
              <a:t> und </a:t>
            </a:r>
            <a:r>
              <a:rPr lang="en-US" sz="1500" b="1" i="1" u="none" strike="noStrike" cap="none">
                <a:solidFill>
                  <a:srgbClr val="334155"/>
                </a:solidFill>
                <a:latin typeface="DM Sans"/>
                <a:ea typeface="DM Sans"/>
                <a:cs typeface="DM Sans"/>
                <a:sym typeface="DM Sans"/>
              </a:rPr>
              <a:t>extrahiert</a:t>
            </a:r>
            <a:r>
              <a:rPr lang="en-US" sz="1500" b="0" i="1" u="none" strike="noStrike" cap="none">
                <a:solidFill>
                  <a:srgbClr val="334155"/>
                </a:solidFill>
                <a:latin typeface="DM Sans"/>
                <a:ea typeface="DM Sans"/>
                <a:cs typeface="DM Sans"/>
                <a:sym typeface="DM Sans"/>
              </a:rPr>
              <a:t> AWK Informationen.</a:t>
            </a:r>
            <a:endParaRPr/>
          </a:p>
        </p:txBody>
      </p:sp>
      <p:sp>
        <p:nvSpPr>
          <p:cNvPr id="225" name="Google Shape;225;p22"/>
          <p:cNvSpPr txBox="1"/>
          <p:nvPr/>
        </p:nvSpPr>
        <p:spPr>
          <a:xfrm>
            <a:off x="762000" y="919311"/>
            <a:ext cx="11401425" cy="523875"/>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3300" b="1" i="0" u="none" strike="noStrike" cap="none">
                <a:solidFill>
                  <a:srgbClr val="003366"/>
                </a:solidFill>
                <a:latin typeface="Merriweather"/>
                <a:ea typeface="Merriweather"/>
                <a:cs typeface="Merriweather"/>
                <a:sym typeface="Merriweather"/>
              </a:rPr>
              <a:t>Tool-Vergleich (Stärken)</a:t>
            </a:r>
            <a:endParaRPr/>
          </a:p>
        </p:txBody>
      </p:sp>
      <p:sp>
        <p:nvSpPr>
          <p:cNvPr id="226" name="Google Shape;226;p22"/>
          <p:cNvSpPr/>
          <p:nvPr/>
        </p:nvSpPr>
        <p:spPr>
          <a:xfrm>
            <a:off x="571500" y="919311"/>
            <a:ext cx="76200" cy="523875"/>
          </a:xfrm>
          <a:prstGeom prst="rect">
            <a:avLst/>
          </a:prstGeom>
          <a:solidFill>
            <a:srgbClr val="005088"/>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230"/>
        <p:cNvGrpSpPr/>
        <p:nvPr/>
      </p:nvGrpSpPr>
      <p:grpSpPr>
        <a:xfrm>
          <a:off x="0" y="0"/>
          <a:ext cx="0" cy="0"/>
          <a:chOff x="0" y="0"/>
          <a:chExt cx="0" cy="0"/>
        </a:xfrm>
      </p:grpSpPr>
      <p:pic>
        <p:nvPicPr>
          <p:cNvPr id="231" name="Google Shape;231;p23" descr="image.png"/>
          <p:cNvPicPr preferRelativeResize="0"/>
          <p:nvPr/>
        </p:nvPicPr>
        <p:blipFill rotWithShape="1">
          <a:blip r:embed="rId3">
            <a:alphaModFix/>
          </a:blip>
          <a:srcRect/>
          <a:stretch/>
        </p:blipFill>
        <p:spPr>
          <a:xfrm>
            <a:off x="0" y="0"/>
            <a:ext cx="12192000" cy="6858000"/>
          </a:xfrm>
          <a:prstGeom prst="rect">
            <a:avLst/>
          </a:prstGeom>
          <a:noFill/>
          <a:ln>
            <a:noFill/>
          </a:ln>
        </p:spPr>
      </p:pic>
      <p:pic>
        <p:nvPicPr>
          <p:cNvPr id="232" name="Google Shape;232;p23" descr="image.png"/>
          <p:cNvPicPr preferRelativeResize="0"/>
          <p:nvPr/>
        </p:nvPicPr>
        <p:blipFill rotWithShape="1">
          <a:blip r:embed="rId4">
            <a:alphaModFix/>
          </a:blip>
          <a:srcRect/>
          <a:stretch/>
        </p:blipFill>
        <p:spPr>
          <a:xfrm>
            <a:off x="571500" y="2226468"/>
            <a:ext cx="5381625" cy="3657600"/>
          </a:xfrm>
          <a:prstGeom prst="rect">
            <a:avLst/>
          </a:prstGeom>
          <a:noFill/>
          <a:ln>
            <a:noFill/>
          </a:ln>
        </p:spPr>
      </p:pic>
      <p:pic>
        <p:nvPicPr>
          <p:cNvPr id="233" name="Google Shape;233;p23" descr="image.png"/>
          <p:cNvPicPr preferRelativeResize="0"/>
          <p:nvPr/>
        </p:nvPicPr>
        <p:blipFill rotWithShape="1">
          <a:blip r:embed="rId5">
            <a:alphaModFix/>
          </a:blip>
          <a:srcRect/>
          <a:stretch/>
        </p:blipFill>
        <p:spPr>
          <a:xfrm>
            <a:off x="6238875" y="2226468"/>
            <a:ext cx="5381625" cy="3657600"/>
          </a:xfrm>
          <a:prstGeom prst="rect">
            <a:avLst/>
          </a:prstGeom>
          <a:noFill/>
          <a:ln>
            <a:noFill/>
          </a:ln>
        </p:spPr>
      </p:pic>
      <p:pic>
        <p:nvPicPr>
          <p:cNvPr id="234" name="Google Shape;234;p23" descr="image.png"/>
          <p:cNvPicPr preferRelativeResize="0"/>
          <p:nvPr/>
        </p:nvPicPr>
        <p:blipFill rotWithShape="1">
          <a:blip r:embed="rId6">
            <a:alphaModFix/>
          </a:blip>
          <a:srcRect/>
          <a:stretch/>
        </p:blipFill>
        <p:spPr>
          <a:xfrm>
            <a:off x="914400" y="2569368"/>
            <a:ext cx="4695825" cy="1714500"/>
          </a:xfrm>
          <a:prstGeom prst="rect">
            <a:avLst/>
          </a:prstGeom>
          <a:noFill/>
          <a:ln>
            <a:noFill/>
          </a:ln>
        </p:spPr>
      </p:pic>
      <p:pic>
        <p:nvPicPr>
          <p:cNvPr id="235" name="Google Shape;235;p23" descr="image.png"/>
          <p:cNvPicPr preferRelativeResize="0"/>
          <p:nvPr/>
        </p:nvPicPr>
        <p:blipFill rotWithShape="1">
          <a:blip r:embed="rId6">
            <a:alphaModFix/>
          </a:blip>
          <a:srcRect/>
          <a:stretch/>
        </p:blipFill>
        <p:spPr>
          <a:xfrm>
            <a:off x="6581775" y="2569368"/>
            <a:ext cx="4695825" cy="1714500"/>
          </a:xfrm>
          <a:prstGeom prst="rect">
            <a:avLst/>
          </a:prstGeom>
          <a:noFill/>
          <a:ln>
            <a:noFill/>
          </a:ln>
        </p:spPr>
      </p:pic>
      <p:sp>
        <p:nvSpPr>
          <p:cNvPr id="236" name="Google Shape;236;p23"/>
          <p:cNvSpPr txBox="1"/>
          <p:nvPr/>
        </p:nvSpPr>
        <p:spPr>
          <a:xfrm>
            <a:off x="914400" y="4474368"/>
            <a:ext cx="4930616" cy="38100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2400" b="1" i="0" u="none" strike="noStrike" cap="none">
                <a:solidFill>
                  <a:srgbClr val="005088"/>
                </a:solidFill>
                <a:latin typeface="Merriweather"/>
                <a:ea typeface="Merriweather"/>
                <a:cs typeface="Merriweather"/>
                <a:sym typeface="Merriweather"/>
              </a:rPr>
              <a:t>Berichte</a:t>
            </a:r>
            <a:endParaRPr/>
          </a:p>
        </p:txBody>
      </p:sp>
      <p:sp>
        <p:nvSpPr>
          <p:cNvPr id="237" name="Google Shape;237;p23"/>
          <p:cNvSpPr txBox="1"/>
          <p:nvPr/>
        </p:nvSpPr>
        <p:spPr>
          <a:xfrm>
            <a:off x="914400" y="5045868"/>
            <a:ext cx="4695825" cy="304800"/>
          </a:xfrm>
          <a:prstGeom prst="rect">
            <a:avLst/>
          </a:prstGeom>
          <a:noFill/>
          <a:ln>
            <a:noFill/>
          </a:ln>
        </p:spPr>
        <p:txBody>
          <a:bodyPr spcFirstLastPara="1" wrap="square" lIns="0" tIns="0" rIns="0" bIns="0" anchor="t" anchorCtr="0">
            <a:spAutoFit/>
          </a:bodyPr>
          <a:lstStyle/>
          <a:p>
            <a:pPr marL="0" marR="0" lvl="0" indent="0" algn="l" rtl="0">
              <a:lnSpc>
                <a:spcPct val="160000"/>
              </a:lnSpc>
              <a:spcBef>
                <a:spcPts val="0"/>
              </a:spcBef>
              <a:spcAft>
                <a:spcPts val="0"/>
              </a:spcAft>
              <a:buNone/>
            </a:pPr>
            <a:r>
              <a:rPr lang="en-US" sz="1500" b="0" i="0" u="none" strike="noStrike" cap="none">
                <a:solidFill>
                  <a:srgbClr val="334155"/>
                </a:solidFill>
                <a:latin typeface="DM Sans"/>
                <a:ea typeface="DM Sans"/>
                <a:cs typeface="DM Sans"/>
                <a:sym typeface="DM Sans"/>
              </a:rPr>
              <a:t>Erstellung formatierter Berichte aus CSV-Daten.</a:t>
            </a:r>
            <a:endParaRPr/>
          </a:p>
        </p:txBody>
      </p:sp>
      <p:sp>
        <p:nvSpPr>
          <p:cNvPr id="238" name="Google Shape;238;p23"/>
          <p:cNvSpPr txBox="1"/>
          <p:nvPr/>
        </p:nvSpPr>
        <p:spPr>
          <a:xfrm>
            <a:off x="6581775" y="4474368"/>
            <a:ext cx="4930616" cy="38100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2400" b="1" i="0" u="none" strike="noStrike" cap="none">
                <a:solidFill>
                  <a:srgbClr val="005088"/>
                </a:solidFill>
                <a:latin typeface="Merriweather"/>
                <a:ea typeface="Merriweather"/>
                <a:cs typeface="Merriweather"/>
                <a:sym typeface="Merriweather"/>
              </a:rPr>
              <a:t>Log-Analyse</a:t>
            </a:r>
            <a:endParaRPr/>
          </a:p>
        </p:txBody>
      </p:sp>
      <p:sp>
        <p:nvSpPr>
          <p:cNvPr id="239" name="Google Shape;239;p23"/>
          <p:cNvSpPr txBox="1"/>
          <p:nvPr/>
        </p:nvSpPr>
        <p:spPr>
          <a:xfrm>
            <a:off x="6581775" y="5045868"/>
            <a:ext cx="4695825" cy="304800"/>
          </a:xfrm>
          <a:prstGeom prst="rect">
            <a:avLst/>
          </a:prstGeom>
          <a:noFill/>
          <a:ln>
            <a:noFill/>
          </a:ln>
        </p:spPr>
        <p:txBody>
          <a:bodyPr spcFirstLastPara="1" wrap="square" lIns="0" tIns="0" rIns="0" bIns="0" anchor="t" anchorCtr="0">
            <a:spAutoFit/>
          </a:bodyPr>
          <a:lstStyle/>
          <a:p>
            <a:pPr marL="0" marR="0" lvl="0" indent="0" algn="l" rtl="0">
              <a:lnSpc>
                <a:spcPct val="160000"/>
              </a:lnSpc>
              <a:spcBef>
                <a:spcPts val="0"/>
              </a:spcBef>
              <a:spcAft>
                <a:spcPts val="0"/>
              </a:spcAft>
              <a:buNone/>
            </a:pPr>
            <a:r>
              <a:rPr lang="en-US" sz="1500" b="0" i="0" u="none" strike="noStrike" cap="none">
                <a:solidFill>
                  <a:srgbClr val="334155"/>
                </a:solidFill>
                <a:latin typeface="DM Sans"/>
                <a:ea typeface="DM Sans"/>
                <a:cs typeface="DM Sans"/>
                <a:sym typeface="DM Sans"/>
              </a:rPr>
              <a:t>Extrahieren von Fehlern aus Server-Logfiles.</a:t>
            </a:r>
            <a:endParaRPr/>
          </a:p>
        </p:txBody>
      </p:sp>
      <p:pic>
        <p:nvPicPr>
          <p:cNvPr id="240" name="Google Shape;240;p23" descr="image.png"/>
          <p:cNvPicPr preferRelativeResize="0"/>
          <p:nvPr/>
        </p:nvPicPr>
        <p:blipFill rotWithShape="1">
          <a:blip r:embed="rId7">
            <a:alphaModFix/>
          </a:blip>
          <a:srcRect/>
          <a:stretch/>
        </p:blipFill>
        <p:spPr>
          <a:xfrm>
            <a:off x="914400" y="2569368"/>
            <a:ext cx="4695825" cy="1714500"/>
          </a:xfrm>
          <a:prstGeom prst="rect">
            <a:avLst/>
          </a:prstGeom>
          <a:noFill/>
          <a:ln>
            <a:noFill/>
          </a:ln>
        </p:spPr>
      </p:pic>
      <p:pic>
        <p:nvPicPr>
          <p:cNvPr id="241" name="Google Shape;241;p23" descr="image.png"/>
          <p:cNvPicPr preferRelativeResize="0"/>
          <p:nvPr/>
        </p:nvPicPr>
        <p:blipFill rotWithShape="1">
          <a:blip r:embed="rId8">
            <a:alphaModFix/>
          </a:blip>
          <a:srcRect/>
          <a:stretch/>
        </p:blipFill>
        <p:spPr>
          <a:xfrm>
            <a:off x="6581775" y="2569368"/>
            <a:ext cx="4695825" cy="1714500"/>
          </a:xfrm>
          <a:prstGeom prst="rect">
            <a:avLst/>
          </a:prstGeom>
          <a:noFill/>
          <a:ln>
            <a:noFill/>
          </a:ln>
        </p:spPr>
      </p:pic>
      <p:sp>
        <p:nvSpPr>
          <p:cNvPr id="242" name="Google Shape;242;p23"/>
          <p:cNvSpPr txBox="1"/>
          <p:nvPr/>
        </p:nvSpPr>
        <p:spPr>
          <a:xfrm>
            <a:off x="762000" y="919311"/>
            <a:ext cx="11401425" cy="523875"/>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3300" b="1" i="0" u="none" strike="noStrike" cap="none">
                <a:solidFill>
                  <a:srgbClr val="003366"/>
                </a:solidFill>
                <a:latin typeface="Merriweather"/>
                <a:ea typeface="Merriweather"/>
                <a:cs typeface="Merriweather"/>
                <a:sym typeface="Merriweather"/>
              </a:rPr>
              <a:t>Häufige Anwendungsgebiete</a:t>
            </a:r>
            <a:endParaRPr/>
          </a:p>
        </p:txBody>
      </p:sp>
      <p:sp>
        <p:nvSpPr>
          <p:cNvPr id="243" name="Google Shape;243;p23"/>
          <p:cNvSpPr/>
          <p:nvPr/>
        </p:nvSpPr>
        <p:spPr>
          <a:xfrm>
            <a:off x="571500" y="919311"/>
            <a:ext cx="76200" cy="523875"/>
          </a:xfrm>
          <a:prstGeom prst="rect">
            <a:avLst/>
          </a:prstGeom>
          <a:solidFill>
            <a:srgbClr val="005088"/>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F8FAFC"/>
        </a:solidFill>
        <a:effectLst/>
      </p:bgPr>
    </p:bg>
    <p:spTree>
      <p:nvGrpSpPr>
        <p:cNvPr id="1" name="Shape 247"/>
        <p:cNvGrpSpPr/>
        <p:nvPr/>
      </p:nvGrpSpPr>
      <p:grpSpPr>
        <a:xfrm>
          <a:off x="0" y="0"/>
          <a:ext cx="0" cy="0"/>
          <a:chOff x="0" y="0"/>
          <a:chExt cx="0" cy="0"/>
        </a:xfrm>
      </p:grpSpPr>
      <p:pic>
        <p:nvPicPr>
          <p:cNvPr id="248" name="Google Shape;248;p24" descr="image.png"/>
          <p:cNvPicPr preferRelativeResize="0"/>
          <p:nvPr/>
        </p:nvPicPr>
        <p:blipFill rotWithShape="1">
          <a:blip r:embed="rId3">
            <a:alphaModFix/>
          </a:blip>
          <a:srcRect/>
          <a:stretch/>
        </p:blipFill>
        <p:spPr>
          <a:xfrm>
            <a:off x="0" y="0"/>
            <a:ext cx="12192000" cy="6858000"/>
          </a:xfrm>
          <a:prstGeom prst="rect">
            <a:avLst/>
          </a:prstGeom>
          <a:noFill/>
          <a:ln>
            <a:noFill/>
          </a:ln>
        </p:spPr>
      </p:pic>
      <p:pic>
        <p:nvPicPr>
          <p:cNvPr id="249" name="Google Shape;249;p24" descr="image.png"/>
          <p:cNvPicPr preferRelativeResize="0"/>
          <p:nvPr/>
        </p:nvPicPr>
        <p:blipFill rotWithShape="1">
          <a:blip r:embed="rId4">
            <a:alphaModFix/>
          </a:blip>
          <a:srcRect/>
          <a:stretch/>
        </p:blipFill>
        <p:spPr>
          <a:xfrm>
            <a:off x="3738562" y="3607444"/>
            <a:ext cx="4714875" cy="2679055"/>
          </a:xfrm>
          <a:prstGeom prst="rect">
            <a:avLst/>
          </a:prstGeom>
          <a:noFill/>
          <a:ln>
            <a:noFill/>
          </a:ln>
        </p:spPr>
      </p:pic>
      <p:sp>
        <p:nvSpPr>
          <p:cNvPr id="250" name="Google Shape;250;p24"/>
          <p:cNvSpPr/>
          <p:nvPr/>
        </p:nvSpPr>
        <p:spPr>
          <a:xfrm>
            <a:off x="0" y="0"/>
            <a:ext cx="12192000" cy="95250"/>
          </a:xfrm>
          <a:prstGeom prst="rect">
            <a:avLst/>
          </a:prstGeom>
          <a:solidFill>
            <a:srgbClr val="003366"/>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251" name="Google Shape;251;p24"/>
          <p:cNvSpPr txBox="1"/>
          <p:nvPr/>
        </p:nvSpPr>
        <p:spPr>
          <a:xfrm>
            <a:off x="5005863" y="1109364"/>
            <a:ext cx="2180272" cy="695325"/>
          </a:xfrm>
          <a:prstGeom prst="rect">
            <a:avLst/>
          </a:prstGeom>
          <a:noFill/>
          <a:ln>
            <a:noFill/>
          </a:ln>
        </p:spPr>
        <p:txBody>
          <a:bodyPr spcFirstLastPara="1" wrap="square" lIns="0" tIns="0" rIns="0" bIns="0" anchor="t" anchorCtr="0">
            <a:spAutoFit/>
          </a:bodyPr>
          <a:lstStyle/>
          <a:p>
            <a:pPr marL="0" marR="0" lvl="0" indent="0" algn="ctr" rtl="0">
              <a:spcBef>
                <a:spcPts val="0"/>
              </a:spcBef>
              <a:spcAft>
                <a:spcPts val="0"/>
              </a:spcAft>
              <a:buNone/>
            </a:pPr>
            <a:r>
              <a:rPr lang="en-US" sz="4200" b="1" i="0" u="none" strike="noStrike" cap="none">
                <a:solidFill>
                  <a:srgbClr val="003366"/>
                </a:solidFill>
                <a:latin typeface="DM Sans"/>
                <a:ea typeface="DM Sans"/>
                <a:cs typeface="DM Sans"/>
                <a:sym typeface="DM Sans"/>
              </a:rPr>
              <a:t>Fragen?</a:t>
            </a:r>
            <a:endParaRPr/>
          </a:p>
        </p:txBody>
      </p:sp>
      <p:sp>
        <p:nvSpPr>
          <p:cNvPr id="252" name="Google Shape;252;p24"/>
          <p:cNvSpPr txBox="1"/>
          <p:nvPr/>
        </p:nvSpPr>
        <p:spPr>
          <a:xfrm>
            <a:off x="3386137" y="2437804"/>
            <a:ext cx="5419725" cy="426690"/>
          </a:xfrm>
          <a:prstGeom prst="rect">
            <a:avLst/>
          </a:prstGeom>
          <a:noFill/>
          <a:ln>
            <a:noFill/>
          </a:ln>
        </p:spPr>
        <p:txBody>
          <a:bodyPr spcFirstLastPara="1" wrap="square" lIns="0" tIns="0" rIns="0" bIns="0" anchor="t" anchorCtr="0">
            <a:spAutoFit/>
          </a:bodyPr>
          <a:lstStyle/>
          <a:p>
            <a:pPr marL="0" marR="0" lvl="0" indent="0" algn="ctr" rtl="0">
              <a:lnSpc>
                <a:spcPct val="159952"/>
              </a:lnSpc>
              <a:spcBef>
                <a:spcPts val="0"/>
              </a:spcBef>
              <a:spcAft>
                <a:spcPts val="0"/>
              </a:spcAft>
              <a:buNone/>
            </a:pPr>
            <a:r>
              <a:rPr lang="en-US" sz="2100" b="0" i="0" u="none" strike="noStrike" cap="none">
                <a:solidFill>
                  <a:srgbClr val="475569"/>
                </a:solidFill>
                <a:latin typeface="DM Sans"/>
                <a:ea typeface="DM Sans"/>
                <a:cs typeface="DM Sans"/>
                <a:sym typeface="DM Sans"/>
              </a:rPr>
              <a:t>AWK: Komplexität in Einfachheit verwandeln.</a:t>
            </a:r>
            <a:endParaRPr/>
          </a:p>
        </p:txBody>
      </p:sp>
      <p:sp>
        <p:nvSpPr>
          <p:cNvPr id="253" name="Google Shape;253;p24"/>
          <p:cNvSpPr txBox="1"/>
          <p:nvPr/>
        </p:nvSpPr>
        <p:spPr>
          <a:xfrm>
            <a:off x="4081462" y="3950344"/>
            <a:ext cx="4029075" cy="304800"/>
          </a:xfrm>
          <a:prstGeom prst="rect">
            <a:avLst/>
          </a:prstGeom>
          <a:noFill/>
          <a:ln>
            <a:noFill/>
          </a:ln>
        </p:spPr>
        <p:txBody>
          <a:bodyPr spcFirstLastPara="1" wrap="square" lIns="0" tIns="0" rIns="0" bIns="0" anchor="t" anchorCtr="0">
            <a:spAutoFit/>
          </a:bodyPr>
          <a:lstStyle/>
          <a:p>
            <a:pPr marL="0" marR="0" lvl="0" indent="0" algn="ctr" rtl="0">
              <a:lnSpc>
                <a:spcPct val="160000"/>
              </a:lnSpc>
              <a:spcBef>
                <a:spcPts val="0"/>
              </a:spcBef>
              <a:spcAft>
                <a:spcPts val="0"/>
              </a:spcAft>
              <a:buNone/>
            </a:pPr>
            <a:r>
              <a:rPr lang="en-US" sz="1500" b="1" i="0" u="none" strike="noStrike" cap="none">
                <a:solidFill>
                  <a:srgbClr val="334155"/>
                </a:solidFill>
                <a:latin typeface="DM Sans"/>
                <a:ea typeface="DM Sans"/>
                <a:cs typeface="DM Sans"/>
                <a:sym typeface="DM Sans"/>
              </a:rPr>
              <a:t>Ressourcen:</a:t>
            </a:r>
            <a:r>
              <a:rPr lang="en-US" sz="1500" b="0" i="0" u="none" strike="noStrike" cap="none">
                <a:solidFill>
                  <a:srgbClr val="334155"/>
                </a:solidFill>
                <a:latin typeface="DM Sans"/>
                <a:ea typeface="DM Sans"/>
                <a:cs typeface="DM Sans"/>
                <a:sym typeface="DM Sans"/>
              </a:rPr>
              <a:t> man awk | GNU Awk User's Guide</a:t>
            </a:r>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257"/>
        <p:cNvGrpSpPr/>
        <p:nvPr/>
      </p:nvGrpSpPr>
      <p:grpSpPr>
        <a:xfrm>
          <a:off x="0" y="0"/>
          <a:ext cx="0" cy="0"/>
          <a:chOff x="0" y="0"/>
          <a:chExt cx="0" cy="0"/>
        </a:xfrm>
      </p:grpSpPr>
      <p:pic>
        <p:nvPicPr>
          <p:cNvPr id="258" name="Google Shape;258;p25" descr="image.png"/>
          <p:cNvPicPr preferRelativeResize="0"/>
          <p:nvPr/>
        </p:nvPicPr>
        <p:blipFill rotWithShape="1">
          <a:blip r:embed="rId3">
            <a:alphaModFix/>
          </a:blip>
          <a:srcRect/>
          <a:stretch/>
        </p:blipFill>
        <p:spPr>
          <a:xfrm>
            <a:off x="0" y="0"/>
            <a:ext cx="12192000" cy="6858000"/>
          </a:xfrm>
          <a:prstGeom prst="rect">
            <a:avLst/>
          </a:prstGeom>
          <a:noFill/>
          <a:ln>
            <a:noFill/>
          </a:ln>
        </p:spPr>
      </p:pic>
      <p:sp>
        <p:nvSpPr>
          <p:cNvPr id="259" name="Google Shape;259;p25"/>
          <p:cNvSpPr/>
          <p:nvPr/>
        </p:nvSpPr>
        <p:spPr>
          <a:xfrm>
            <a:off x="571500" y="2391519"/>
            <a:ext cx="11049000" cy="982860"/>
          </a:xfrm>
          <a:prstGeom prst="rect">
            <a:avLst/>
          </a:prstGeom>
          <a:no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260" name="Google Shape;260;p25"/>
          <p:cNvSpPr/>
          <p:nvPr/>
        </p:nvSpPr>
        <p:spPr>
          <a:xfrm>
            <a:off x="571500" y="3374380"/>
            <a:ext cx="11049000" cy="784770"/>
          </a:xfrm>
          <a:prstGeom prst="rect">
            <a:avLst/>
          </a:prstGeom>
          <a:no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261" name="Google Shape;261;p25"/>
          <p:cNvSpPr/>
          <p:nvPr/>
        </p:nvSpPr>
        <p:spPr>
          <a:xfrm>
            <a:off x="571500" y="4159150"/>
            <a:ext cx="11049000" cy="784770"/>
          </a:xfrm>
          <a:prstGeom prst="rect">
            <a:avLst/>
          </a:prstGeom>
          <a:no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262" name="Google Shape;262;p25"/>
          <p:cNvSpPr/>
          <p:nvPr/>
        </p:nvSpPr>
        <p:spPr>
          <a:xfrm>
            <a:off x="571500" y="3364855"/>
            <a:ext cx="11049000" cy="9525"/>
          </a:xfrm>
          <a:prstGeom prst="rect">
            <a:avLst/>
          </a:prstGeom>
          <a:solidFill>
            <a:srgbClr val="757575"/>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263" name="Google Shape;263;p25"/>
          <p:cNvSpPr/>
          <p:nvPr/>
        </p:nvSpPr>
        <p:spPr>
          <a:xfrm>
            <a:off x="571500" y="3364855"/>
            <a:ext cx="11049000" cy="9525"/>
          </a:xfrm>
          <a:prstGeom prst="rect">
            <a:avLst/>
          </a:prstGeom>
          <a:solidFill>
            <a:srgbClr val="757575"/>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264" name="Google Shape;264;p25"/>
          <p:cNvSpPr/>
          <p:nvPr/>
        </p:nvSpPr>
        <p:spPr>
          <a:xfrm>
            <a:off x="571500" y="4149625"/>
            <a:ext cx="11049000" cy="9525"/>
          </a:xfrm>
          <a:prstGeom prst="rect">
            <a:avLst/>
          </a:prstGeom>
          <a:solidFill>
            <a:srgbClr val="757575"/>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265" name="Google Shape;265;p25"/>
          <p:cNvSpPr/>
          <p:nvPr/>
        </p:nvSpPr>
        <p:spPr>
          <a:xfrm>
            <a:off x="571500" y="4149625"/>
            <a:ext cx="11049000" cy="9525"/>
          </a:xfrm>
          <a:prstGeom prst="rect">
            <a:avLst/>
          </a:prstGeom>
          <a:solidFill>
            <a:srgbClr val="757575"/>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266" name="Google Shape;266;p25"/>
          <p:cNvSpPr/>
          <p:nvPr/>
        </p:nvSpPr>
        <p:spPr>
          <a:xfrm>
            <a:off x="571500" y="4934396"/>
            <a:ext cx="11049000" cy="9525"/>
          </a:xfrm>
          <a:prstGeom prst="rect">
            <a:avLst/>
          </a:prstGeom>
          <a:solidFill>
            <a:srgbClr val="757575"/>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267" name="Google Shape;267;p25"/>
          <p:cNvSpPr/>
          <p:nvPr/>
        </p:nvSpPr>
        <p:spPr>
          <a:xfrm>
            <a:off x="571500" y="4934396"/>
            <a:ext cx="11049000" cy="9525"/>
          </a:xfrm>
          <a:prstGeom prst="rect">
            <a:avLst/>
          </a:prstGeom>
          <a:solidFill>
            <a:srgbClr val="757575"/>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pic>
        <p:nvPicPr>
          <p:cNvPr id="268" name="Google Shape;268;p25" descr="image.png"/>
          <p:cNvPicPr preferRelativeResize="0"/>
          <p:nvPr/>
        </p:nvPicPr>
        <p:blipFill rotWithShape="1">
          <a:blip r:embed="rId4">
            <a:alphaModFix/>
          </a:blip>
          <a:srcRect/>
          <a:stretch/>
        </p:blipFill>
        <p:spPr>
          <a:xfrm>
            <a:off x="571500" y="2640062"/>
            <a:ext cx="857250" cy="476250"/>
          </a:xfrm>
          <a:prstGeom prst="rect">
            <a:avLst/>
          </a:prstGeom>
          <a:noFill/>
          <a:ln>
            <a:noFill/>
          </a:ln>
        </p:spPr>
      </p:pic>
      <p:sp>
        <p:nvSpPr>
          <p:cNvPr id="269" name="Google Shape;269;p25"/>
          <p:cNvSpPr txBox="1"/>
          <p:nvPr/>
        </p:nvSpPr>
        <p:spPr>
          <a:xfrm>
            <a:off x="1666875" y="2534394"/>
            <a:ext cx="9953625" cy="396180"/>
          </a:xfrm>
          <a:prstGeom prst="rect">
            <a:avLst/>
          </a:prstGeom>
          <a:noFill/>
          <a:ln>
            <a:noFill/>
          </a:ln>
        </p:spPr>
        <p:txBody>
          <a:bodyPr spcFirstLastPara="1" wrap="square" lIns="0" tIns="0" rIns="0" bIns="0" anchor="t" anchorCtr="0">
            <a:spAutoFit/>
          </a:bodyPr>
          <a:lstStyle/>
          <a:p>
            <a:pPr marL="0" marR="0" lvl="0" indent="0" algn="l" rtl="0">
              <a:lnSpc>
                <a:spcPct val="160000"/>
              </a:lnSpc>
              <a:spcBef>
                <a:spcPts val="0"/>
              </a:spcBef>
              <a:spcAft>
                <a:spcPts val="0"/>
              </a:spcAft>
              <a:buNone/>
            </a:pPr>
            <a:r>
              <a:rPr lang="en-US" sz="975" b="0" i="0" u="none" strike="noStrike" cap="none">
                <a:solidFill>
                  <a:srgbClr val="334155"/>
                </a:solidFill>
                <a:latin typeface="DM Sans"/>
                <a:ea typeface="DM Sans"/>
                <a:cs typeface="DM Sans"/>
                <a:sym typeface="DM Sans"/>
              </a:rPr>
              <a:t>https://d3njjcbhbojbot.cloudfront.net/api/utilities/v1/imageproxy/https://images.ctfassets.net/wp1lcwdav1p1/WLP03Kh71Uik4M1TNEyis/c85e4cfd5cbabbe5137ed86965d83e04/GettyImages-1199128740.jpg?w=1500&amp;h=680&amp;q=60&amp;fit=fill&amp;f=faces&amp;fm=jpg&amp;fl=progressive&amp;auto=format%2Ccompress&amp;dpr=1&amp;w=1000</a:t>
            </a:r>
            <a:endParaRPr/>
          </a:p>
        </p:txBody>
      </p:sp>
      <p:sp>
        <p:nvSpPr>
          <p:cNvPr id="270" name="Google Shape;270;p25"/>
          <p:cNvSpPr txBox="1"/>
          <p:nvPr/>
        </p:nvSpPr>
        <p:spPr>
          <a:xfrm>
            <a:off x="1666875" y="2978199"/>
            <a:ext cx="9953625" cy="243780"/>
          </a:xfrm>
          <a:prstGeom prst="rect">
            <a:avLst/>
          </a:prstGeom>
          <a:noFill/>
          <a:ln>
            <a:noFill/>
          </a:ln>
        </p:spPr>
        <p:txBody>
          <a:bodyPr spcFirstLastPara="1" wrap="square" lIns="0" tIns="0" rIns="0" bIns="0" anchor="t" anchorCtr="0">
            <a:spAutoFit/>
          </a:bodyPr>
          <a:lstStyle/>
          <a:p>
            <a:pPr marL="0" marR="0" lvl="0" indent="0" algn="l" rtl="0">
              <a:lnSpc>
                <a:spcPct val="160000"/>
              </a:lnSpc>
              <a:spcBef>
                <a:spcPts val="0"/>
              </a:spcBef>
              <a:spcAft>
                <a:spcPts val="0"/>
              </a:spcAft>
              <a:buNone/>
            </a:pPr>
            <a:r>
              <a:rPr lang="en-US" sz="1200" b="0" i="0" u="none" strike="noStrike" cap="none">
                <a:solidFill>
                  <a:srgbClr val="334155"/>
                </a:solidFill>
                <a:latin typeface="DM Sans"/>
                <a:ea typeface="DM Sans"/>
                <a:cs typeface="DM Sans"/>
                <a:sym typeface="DM Sans"/>
              </a:rPr>
              <a:t>Source: </a:t>
            </a:r>
            <a:r>
              <a:rPr lang="en-US" sz="1200" b="0" i="0" u="none" strike="noStrike" cap="none">
                <a:solidFill>
                  <a:srgbClr val="4F46E5"/>
                </a:solidFill>
                <a:latin typeface="DM Sans"/>
                <a:ea typeface="DM Sans"/>
                <a:cs typeface="DM Sans"/>
                <a:sym typeface="DM Sans"/>
              </a:rPr>
              <a:t>www.coursera.org</a:t>
            </a:r>
            <a:endParaRPr/>
          </a:p>
        </p:txBody>
      </p:sp>
      <p:pic>
        <p:nvPicPr>
          <p:cNvPr id="271" name="Google Shape;271;p25" descr="image.png"/>
          <p:cNvPicPr preferRelativeResize="0"/>
          <p:nvPr/>
        </p:nvPicPr>
        <p:blipFill rotWithShape="1">
          <a:blip r:embed="rId5">
            <a:alphaModFix/>
          </a:blip>
          <a:srcRect/>
          <a:stretch/>
        </p:blipFill>
        <p:spPr>
          <a:xfrm>
            <a:off x="571500" y="3523803"/>
            <a:ext cx="857250" cy="476250"/>
          </a:xfrm>
          <a:prstGeom prst="rect">
            <a:avLst/>
          </a:prstGeom>
          <a:noFill/>
          <a:ln>
            <a:noFill/>
          </a:ln>
        </p:spPr>
      </p:pic>
      <p:sp>
        <p:nvSpPr>
          <p:cNvPr id="272" name="Google Shape;272;p25"/>
          <p:cNvSpPr txBox="1"/>
          <p:nvPr/>
        </p:nvSpPr>
        <p:spPr>
          <a:xfrm>
            <a:off x="1666875" y="3517255"/>
            <a:ext cx="9953625" cy="198090"/>
          </a:xfrm>
          <a:prstGeom prst="rect">
            <a:avLst/>
          </a:prstGeom>
          <a:noFill/>
          <a:ln>
            <a:noFill/>
          </a:ln>
        </p:spPr>
        <p:txBody>
          <a:bodyPr spcFirstLastPara="1" wrap="square" lIns="0" tIns="0" rIns="0" bIns="0" anchor="t" anchorCtr="0">
            <a:spAutoFit/>
          </a:bodyPr>
          <a:lstStyle/>
          <a:p>
            <a:pPr marL="0" marR="0" lvl="0" indent="0" algn="l" rtl="0">
              <a:lnSpc>
                <a:spcPct val="160000"/>
              </a:lnSpc>
              <a:spcBef>
                <a:spcPts val="0"/>
              </a:spcBef>
              <a:spcAft>
                <a:spcPts val="0"/>
              </a:spcAft>
              <a:buNone/>
            </a:pPr>
            <a:r>
              <a:rPr lang="en-US" sz="975" b="0" i="0" u="none" strike="noStrike" cap="none">
                <a:solidFill>
                  <a:srgbClr val="334155"/>
                </a:solidFill>
                <a:latin typeface="DM Sans"/>
                <a:ea typeface="DM Sans"/>
                <a:cs typeface="DM Sans"/>
                <a:sym typeface="DM Sans"/>
              </a:rPr>
              <a:t>https://i.sstatic.net/A5mDK.png</a:t>
            </a:r>
            <a:endParaRPr/>
          </a:p>
        </p:txBody>
      </p:sp>
      <p:sp>
        <p:nvSpPr>
          <p:cNvPr id="273" name="Google Shape;273;p25"/>
          <p:cNvSpPr txBox="1"/>
          <p:nvPr/>
        </p:nvSpPr>
        <p:spPr>
          <a:xfrm>
            <a:off x="1666875" y="3762970"/>
            <a:ext cx="9953625" cy="243780"/>
          </a:xfrm>
          <a:prstGeom prst="rect">
            <a:avLst/>
          </a:prstGeom>
          <a:noFill/>
          <a:ln>
            <a:noFill/>
          </a:ln>
        </p:spPr>
        <p:txBody>
          <a:bodyPr spcFirstLastPara="1" wrap="square" lIns="0" tIns="0" rIns="0" bIns="0" anchor="t" anchorCtr="0">
            <a:spAutoFit/>
          </a:bodyPr>
          <a:lstStyle/>
          <a:p>
            <a:pPr marL="0" marR="0" lvl="0" indent="0" algn="l" rtl="0">
              <a:lnSpc>
                <a:spcPct val="160000"/>
              </a:lnSpc>
              <a:spcBef>
                <a:spcPts val="0"/>
              </a:spcBef>
              <a:spcAft>
                <a:spcPts val="0"/>
              </a:spcAft>
              <a:buNone/>
            </a:pPr>
            <a:r>
              <a:rPr lang="en-US" sz="1200" b="0" i="0" u="none" strike="noStrike" cap="none">
                <a:solidFill>
                  <a:srgbClr val="334155"/>
                </a:solidFill>
                <a:latin typeface="DM Sans"/>
                <a:ea typeface="DM Sans"/>
                <a:cs typeface="DM Sans"/>
                <a:sym typeface="DM Sans"/>
              </a:rPr>
              <a:t>Source: </a:t>
            </a:r>
            <a:r>
              <a:rPr lang="en-US" sz="1200" b="0" i="0" u="none" strike="noStrike" cap="none">
                <a:solidFill>
                  <a:srgbClr val="4F46E5"/>
                </a:solidFill>
                <a:latin typeface="DM Sans"/>
                <a:ea typeface="DM Sans"/>
                <a:cs typeface="DM Sans"/>
                <a:sym typeface="DM Sans"/>
              </a:rPr>
              <a:t>askubuntu.com</a:t>
            </a:r>
            <a:endParaRPr/>
          </a:p>
        </p:txBody>
      </p:sp>
      <p:pic>
        <p:nvPicPr>
          <p:cNvPr id="274" name="Google Shape;274;p25" descr="image.png"/>
          <p:cNvPicPr preferRelativeResize="0"/>
          <p:nvPr/>
        </p:nvPicPr>
        <p:blipFill rotWithShape="1">
          <a:blip r:embed="rId6">
            <a:alphaModFix/>
          </a:blip>
          <a:srcRect/>
          <a:stretch/>
        </p:blipFill>
        <p:spPr>
          <a:xfrm>
            <a:off x="571500" y="4308574"/>
            <a:ext cx="857250" cy="476250"/>
          </a:xfrm>
          <a:prstGeom prst="rect">
            <a:avLst/>
          </a:prstGeom>
          <a:noFill/>
          <a:ln>
            <a:noFill/>
          </a:ln>
        </p:spPr>
      </p:pic>
      <p:sp>
        <p:nvSpPr>
          <p:cNvPr id="275" name="Google Shape;275;p25"/>
          <p:cNvSpPr txBox="1"/>
          <p:nvPr/>
        </p:nvSpPr>
        <p:spPr>
          <a:xfrm>
            <a:off x="1666875" y="4302025"/>
            <a:ext cx="9953625" cy="198090"/>
          </a:xfrm>
          <a:prstGeom prst="rect">
            <a:avLst/>
          </a:prstGeom>
          <a:noFill/>
          <a:ln>
            <a:noFill/>
          </a:ln>
        </p:spPr>
        <p:txBody>
          <a:bodyPr spcFirstLastPara="1" wrap="square" lIns="0" tIns="0" rIns="0" bIns="0" anchor="t" anchorCtr="0">
            <a:spAutoFit/>
          </a:bodyPr>
          <a:lstStyle/>
          <a:p>
            <a:pPr marL="0" marR="0" lvl="0" indent="0" algn="l" rtl="0">
              <a:lnSpc>
                <a:spcPct val="160000"/>
              </a:lnSpc>
              <a:spcBef>
                <a:spcPts val="0"/>
              </a:spcBef>
              <a:spcAft>
                <a:spcPts val="0"/>
              </a:spcAft>
              <a:buNone/>
            </a:pPr>
            <a:r>
              <a:rPr lang="en-US" sz="975" b="0" i="0" u="none" strike="noStrike" cap="none">
                <a:solidFill>
                  <a:srgbClr val="334155"/>
                </a:solidFill>
                <a:latin typeface="DM Sans"/>
                <a:ea typeface="DM Sans"/>
                <a:cs typeface="DM Sans"/>
                <a:sym typeface="DM Sans"/>
              </a:rPr>
              <a:t>https://www.conceptdraw.com/How-To-Guide/picture/flowchart-symbols/standard-flowchart-symbols-and-meanings.png</a:t>
            </a:r>
            <a:endParaRPr/>
          </a:p>
        </p:txBody>
      </p:sp>
      <p:sp>
        <p:nvSpPr>
          <p:cNvPr id="276" name="Google Shape;276;p25"/>
          <p:cNvSpPr txBox="1"/>
          <p:nvPr/>
        </p:nvSpPr>
        <p:spPr>
          <a:xfrm>
            <a:off x="1666875" y="4547741"/>
            <a:ext cx="9953625" cy="243780"/>
          </a:xfrm>
          <a:prstGeom prst="rect">
            <a:avLst/>
          </a:prstGeom>
          <a:noFill/>
          <a:ln>
            <a:noFill/>
          </a:ln>
        </p:spPr>
        <p:txBody>
          <a:bodyPr spcFirstLastPara="1" wrap="square" lIns="0" tIns="0" rIns="0" bIns="0" anchor="t" anchorCtr="0">
            <a:spAutoFit/>
          </a:bodyPr>
          <a:lstStyle/>
          <a:p>
            <a:pPr marL="0" marR="0" lvl="0" indent="0" algn="l" rtl="0">
              <a:lnSpc>
                <a:spcPct val="160000"/>
              </a:lnSpc>
              <a:spcBef>
                <a:spcPts val="0"/>
              </a:spcBef>
              <a:spcAft>
                <a:spcPts val="0"/>
              </a:spcAft>
              <a:buNone/>
            </a:pPr>
            <a:r>
              <a:rPr lang="en-US" sz="1200" b="0" i="0" u="none" strike="noStrike" cap="none">
                <a:solidFill>
                  <a:srgbClr val="334155"/>
                </a:solidFill>
                <a:latin typeface="DM Sans"/>
                <a:ea typeface="DM Sans"/>
                <a:cs typeface="DM Sans"/>
                <a:sym typeface="DM Sans"/>
              </a:rPr>
              <a:t>Source: </a:t>
            </a:r>
            <a:r>
              <a:rPr lang="en-US" sz="1200" b="0" i="0" u="none" strike="noStrike" cap="none">
                <a:solidFill>
                  <a:srgbClr val="4F46E5"/>
                </a:solidFill>
                <a:latin typeface="DM Sans"/>
                <a:ea typeface="DM Sans"/>
                <a:cs typeface="DM Sans"/>
                <a:sym typeface="DM Sans"/>
              </a:rPr>
              <a:t>www.conceptdraw.com</a:t>
            </a:r>
            <a:endParaRPr/>
          </a:p>
        </p:txBody>
      </p:sp>
      <p:pic>
        <p:nvPicPr>
          <p:cNvPr id="277" name="Google Shape;277;p25" descr="image.png"/>
          <p:cNvPicPr preferRelativeResize="0"/>
          <p:nvPr/>
        </p:nvPicPr>
        <p:blipFill rotWithShape="1">
          <a:blip r:embed="rId7">
            <a:alphaModFix/>
          </a:blip>
          <a:srcRect/>
          <a:stretch/>
        </p:blipFill>
        <p:spPr>
          <a:xfrm>
            <a:off x="571500" y="5093344"/>
            <a:ext cx="857250" cy="476250"/>
          </a:xfrm>
          <a:prstGeom prst="rect">
            <a:avLst/>
          </a:prstGeom>
          <a:noFill/>
          <a:ln>
            <a:noFill/>
          </a:ln>
        </p:spPr>
      </p:pic>
      <p:sp>
        <p:nvSpPr>
          <p:cNvPr id="278" name="Google Shape;278;p25"/>
          <p:cNvSpPr txBox="1"/>
          <p:nvPr/>
        </p:nvSpPr>
        <p:spPr>
          <a:xfrm>
            <a:off x="1666875" y="5086796"/>
            <a:ext cx="9953625" cy="198090"/>
          </a:xfrm>
          <a:prstGeom prst="rect">
            <a:avLst/>
          </a:prstGeom>
          <a:noFill/>
          <a:ln>
            <a:noFill/>
          </a:ln>
        </p:spPr>
        <p:txBody>
          <a:bodyPr spcFirstLastPara="1" wrap="square" lIns="0" tIns="0" rIns="0" bIns="0" anchor="t" anchorCtr="0">
            <a:spAutoFit/>
          </a:bodyPr>
          <a:lstStyle/>
          <a:p>
            <a:pPr marL="0" marR="0" lvl="0" indent="0" algn="l" rtl="0">
              <a:lnSpc>
                <a:spcPct val="160000"/>
              </a:lnSpc>
              <a:spcBef>
                <a:spcPts val="0"/>
              </a:spcBef>
              <a:spcAft>
                <a:spcPts val="0"/>
              </a:spcAft>
              <a:buNone/>
            </a:pPr>
            <a:r>
              <a:rPr lang="en-US" sz="975" b="0" i="0" u="none" strike="noStrike" cap="none">
                <a:solidFill>
                  <a:srgbClr val="334155"/>
                </a:solidFill>
                <a:latin typeface="DM Sans"/>
                <a:ea typeface="DM Sans"/>
                <a:cs typeface="DM Sans"/>
                <a:sym typeface="DM Sans"/>
              </a:rPr>
              <a:t>https://image.benq.com/is/image/benqco/01-150?$ResponsivePreset$</a:t>
            </a:r>
            <a:endParaRPr/>
          </a:p>
        </p:txBody>
      </p:sp>
      <p:sp>
        <p:nvSpPr>
          <p:cNvPr id="279" name="Google Shape;279;p25"/>
          <p:cNvSpPr txBox="1"/>
          <p:nvPr/>
        </p:nvSpPr>
        <p:spPr>
          <a:xfrm>
            <a:off x="1666875" y="5332511"/>
            <a:ext cx="9953625" cy="243780"/>
          </a:xfrm>
          <a:prstGeom prst="rect">
            <a:avLst/>
          </a:prstGeom>
          <a:noFill/>
          <a:ln>
            <a:noFill/>
          </a:ln>
        </p:spPr>
        <p:txBody>
          <a:bodyPr spcFirstLastPara="1" wrap="square" lIns="0" tIns="0" rIns="0" bIns="0" anchor="t" anchorCtr="0">
            <a:spAutoFit/>
          </a:bodyPr>
          <a:lstStyle/>
          <a:p>
            <a:pPr marL="0" marR="0" lvl="0" indent="0" algn="l" rtl="0">
              <a:lnSpc>
                <a:spcPct val="160000"/>
              </a:lnSpc>
              <a:spcBef>
                <a:spcPts val="0"/>
              </a:spcBef>
              <a:spcAft>
                <a:spcPts val="0"/>
              </a:spcAft>
              <a:buNone/>
            </a:pPr>
            <a:r>
              <a:rPr lang="en-US" sz="1200" b="0" i="0" u="none" strike="noStrike" cap="none">
                <a:solidFill>
                  <a:srgbClr val="334155"/>
                </a:solidFill>
                <a:latin typeface="DM Sans"/>
                <a:ea typeface="DM Sans"/>
                <a:cs typeface="DM Sans"/>
                <a:sym typeface="DM Sans"/>
              </a:rPr>
              <a:t>Source: </a:t>
            </a:r>
            <a:r>
              <a:rPr lang="en-US" sz="1200" b="0" i="0" u="none" strike="noStrike" cap="none">
                <a:solidFill>
                  <a:srgbClr val="4F46E5"/>
                </a:solidFill>
                <a:latin typeface="DM Sans"/>
                <a:ea typeface="DM Sans"/>
                <a:cs typeface="DM Sans"/>
                <a:sym typeface="DM Sans"/>
              </a:rPr>
              <a:t>www.benq.com</a:t>
            </a:r>
            <a:endParaRPr/>
          </a:p>
        </p:txBody>
      </p:sp>
      <p:sp>
        <p:nvSpPr>
          <p:cNvPr id="280" name="Google Shape;280;p25"/>
          <p:cNvSpPr txBox="1"/>
          <p:nvPr/>
        </p:nvSpPr>
        <p:spPr>
          <a:xfrm>
            <a:off x="762000" y="919311"/>
            <a:ext cx="11401425" cy="523875"/>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3300" b="1" i="0" u="none" strike="noStrike" cap="none">
                <a:solidFill>
                  <a:srgbClr val="003366"/>
                </a:solidFill>
                <a:latin typeface="Merriweather"/>
                <a:ea typeface="Merriweather"/>
                <a:cs typeface="Merriweather"/>
                <a:sym typeface="Merriweather"/>
              </a:rPr>
              <a:t>Image Sources</a:t>
            </a:r>
            <a:endParaRPr/>
          </a:p>
        </p:txBody>
      </p:sp>
      <p:sp>
        <p:nvSpPr>
          <p:cNvPr id="281" name="Google Shape;281;p25"/>
          <p:cNvSpPr/>
          <p:nvPr/>
        </p:nvSpPr>
        <p:spPr>
          <a:xfrm>
            <a:off x="571500" y="919311"/>
            <a:ext cx="76200" cy="523875"/>
          </a:xfrm>
          <a:prstGeom prst="rect">
            <a:avLst/>
          </a:prstGeom>
          <a:solidFill>
            <a:srgbClr val="005088"/>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Tree>
  </p:cSld>
  <p:clrMapOvr>
    <a:masterClrMapping/>
  </p:clrMapOvr>
</p:sld>
</file>

<file path=ppt/theme/theme1.xml><?xml version="1.0" encoding="utf-8"?>
<a:theme xmlns:a="http://schemas.openxmlformats.org/drawingml/2006/main"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1771</Words>
  <Application>Microsoft Office PowerPoint</Application>
  <PresentationFormat>Breitbild</PresentationFormat>
  <Paragraphs>110</Paragraphs>
  <Slides>13</Slides>
  <Notes>13</Notes>
  <HiddenSlides>0</HiddenSlides>
  <MMClips>0</MMClips>
  <ScaleCrop>false</ScaleCrop>
  <HeadingPairs>
    <vt:vector size="6" baseType="variant">
      <vt:variant>
        <vt:lpstr>Verwendete Schriftarten</vt:lpstr>
      </vt:variant>
      <vt:variant>
        <vt:i4>6</vt:i4>
      </vt:variant>
      <vt:variant>
        <vt:lpstr>Design</vt:lpstr>
      </vt:variant>
      <vt:variant>
        <vt:i4>1</vt:i4>
      </vt:variant>
      <vt:variant>
        <vt:lpstr>Folientitel</vt:lpstr>
      </vt:variant>
      <vt:variant>
        <vt:i4>13</vt:i4>
      </vt:variant>
    </vt:vector>
  </HeadingPairs>
  <TitlesOfParts>
    <vt:vector size="20" baseType="lpstr">
      <vt:lpstr>Arial</vt:lpstr>
      <vt:lpstr>DM Sans</vt:lpstr>
      <vt:lpstr>Courier New</vt:lpstr>
      <vt:lpstr>Merriweather</vt:lpstr>
      <vt:lpstr>Calibri</vt:lpstr>
      <vt:lpstr>DM Sans Medium</vt:lpstr>
      <vt:lpstr>Office Theme</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cp:lastModifiedBy>Karsten Matz</cp:lastModifiedBy>
  <cp:revision>3</cp:revision>
  <dcterms:modified xsi:type="dcterms:W3CDTF">2026-06-19T06:23:16Z</dcterms:modified>
</cp:coreProperties>
</file>